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67" r:id="rId3"/>
    <p:sldId id="268" r:id="rId4"/>
    <p:sldId id="274" r:id="rId5"/>
    <p:sldId id="270" r:id="rId6"/>
    <p:sldId id="271" r:id="rId7"/>
    <p:sldId id="272" r:id="rId8"/>
    <p:sldId id="273" r:id="rId9"/>
    <p:sldId id="275" r:id="rId10"/>
    <p:sldId id="276" r:id="rId11"/>
    <p:sldId id="277" r:id="rId12"/>
    <p:sldId id="278" r:id="rId13"/>
    <p:sldId id="27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F9632E9-80C0-4022-BEFA-98DAC602F2DB}">
          <p14:sldIdLst>
            <p14:sldId id="257"/>
            <p14:sldId id="267"/>
            <p14:sldId id="268"/>
            <p14:sldId id="274"/>
            <p14:sldId id="270"/>
            <p14:sldId id="271"/>
            <p14:sldId id="272"/>
            <p14:sldId id="273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70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482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969AA-25F7-DC7D-78D4-440B38B6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828CB-94C6-763B-6919-E1BDDA295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2EEB5-53DD-BED6-3FC1-DBE84948D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C23A1-BFF5-D5F5-FFB5-368D4BEAD3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1501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4EDAA-1B14-4CBD-875D-4A6622310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E8C26-6885-7FFB-4323-9DA4B46DD8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CA37CE-D8DF-9E23-9C62-F007AB8F8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E9800-20AA-37C5-6485-528432B172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8190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6EFED-9C10-EF05-7CE0-D33A10816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D7F8C-8E0C-992A-4851-8212296B4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3E437-9D3B-17E7-CC0D-83547348CB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C8002-C643-0DC9-1923-71105BE6B5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165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64CA4-B9CC-FCD8-4E9E-98B05E1C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4AA4A-5ED4-56B0-C3D8-20D47520E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4E196-240D-8474-E8FA-75E476D87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2CF08-1D34-A6D4-156E-1C99653B59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9716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B08E7-61D0-A494-38A0-2144D6795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EC2F9-AF04-0279-F835-54741C632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5BB60-204E-76ED-510E-06B7B897D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9D6C7-A1C4-8FA0-0E3C-EF5E14CCC2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4981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6A9EE-7432-C33F-D70A-FC5C43A26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D9D04-10E8-26C4-AA5E-D1C23CBF2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945A44-8810-0220-252B-F5FD59E0B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A38E2-114E-8391-D444-75B5AE66F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9329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72EB3-7DBC-CC75-D49C-E6DC89164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35815-686F-235F-1013-6B70859C7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62F925-0B26-0257-AB3E-A16CBED9C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61E21-3A57-3822-432F-9785DDE43E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6394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7D2DB-D24E-BF6B-21F9-143993467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2FB49E-5335-807D-08D6-2DCA182AB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27854-F6A5-B34A-2CE6-F2CCB10CD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F2750-69AA-2070-0E30-AFF29B2AB4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4829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6B194-3AB8-ACD6-6078-D3A9CB84C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4EC4FD-2A7B-7651-9F11-26BD42D58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BFCE5-DE80-AFD4-597C-86587B0A5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1F8E8-4B1E-2314-FA8C-01CE442A8E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1996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7487A-5E61-2844-593F-BF7FD52FF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39E91-A022-4D95-281B-73627E125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DF9AE-2E99-AA61-1B2F-CEEC46CD9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900C7-352E-47CF-1AE2-49EF737252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529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C7683-A509-5CCF-279E-8BD6AAC27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62CFD8-41B5-CE2B-E8BE-B2106DBCE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888E6D-132D-B508-3988-A61F67BB3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21F6A-777C-7117-BE4B-8296868D87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10728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DB4DC-719F-41E0-59A3-DEB4D6F92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6F9A2-DFD2-7818-3539-5CE3F98CC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A0E574-B00C-9726-1674-B1C7012FF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4675A-3129-C154-9CFF-37DD785911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8989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D527-4939-3BF8-E0CE-44ECB079C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491BC-9FDD-7542-872A-FED259066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A5B85C-4288-CB75-CDA8-0DB74512F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85918-C5B3-8FF2-F33C-4D4DF2FF99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4841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AEFCD-1DEE-A96E-CF9A-71B7AACDB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2093FC-E570-2E59-26A4-7EC1F3FF2DBF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2327453-3531-A211-5939-C48C40B839AC}"/>
              </a:ext>
            </a:extLst>
          </p:cNvPr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E5B1C18-10F7-8FC0-3E3F-076A128387FA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/>
            </a:pPr>
            <a:r>
              <a:rPr lang="en-US" sz="11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2026. 07. 05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70D5155A-2F1E-2591-A87C-8088B098658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121" y="726744"/>
            <a:ext cx="164592" cy="164592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1743625F-2885-1918-5465-53E0B4E31F97}"/>
              </a:ext>
            </a:extLst>
          </p:cNvPr>
          <p:cNvSpPr/>
          <p:nvPr/>
        </p:nvSpPr>
        <p:spPr>
          <a:xfrm>
            <a:off x="489585" y="659509"/>
            <a:ext cx="12434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기기 · 부품 핵심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B2DDF31B-091C-49B3-B631-690E5E898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785310"/>
              </p:ext>
            </p:extLst>
          </p:nvPr>
        </p:nvGraphicFramePr>
        <p:xfrm>
          <a:off x="169545" y="926533"/>
          <a:ext cx="3687179" cy="5651297"/>
        </p:xfrm>
        <a:graphic>
          <a:graphicData uri="http://schemas.openxmlformats.org/drawingml/2006/table">
            <a:tbl>
              <a:tblPr/>
              <a:tblGrid>
                <a:gridCol w="40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199">
                  <a:extLst>
                    <a:ext uri="{9D8B030D-6E8A-4147-A177-3AD203B41FA5}">
                      <a16:colId xmlns:a16="http://schemas.microsoft.com/office/drawing/2014/main" val="3988064654"/>
                    </a:ext>
                  </a:extLst>
                </a:gridCol>
                <a:gridCol w="472562">
                  <a:extLst>
                    <a:ext uri="{9D8B030D-6E8A-4147-A177-3AD203B41FA5}">
                      <a16:colId xmlns:a16="http://schemas.microsoft.com/office/drawing/2014/main" val="1036345322"/>
                    </a:ext>
                  </a:extLst>
                </a:gridCol>
                <a:gridCol w="565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940">
                  <a:extLst>
                    <a:ext uri="{9D8B030D-6E8A-4147-A177-3AD203B41FA5}">
                      <a16:colId xmlns:a16="http://schemas.microsoft.com/office/drawing/2014/main" val="2007251439"/>
                    </a:ext>
                  </a:extLst>
                </a:gridCol>
                <a:gridCol w="555120">
                  <a:extLst>
                    <a:ext uri="{9D8B030D-6E8A-4147-A177-3AD203B41FA5}">
                      <a16:colId xmlns:a16="http://schemas.microsoft.com/office/drawing/2014/main" val="2306955734"/>
                    </a:ext>
                  </a:extLst>
                </a:gridCol>
              </a:tblGrid>
              <a:tr h="41716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MCCB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배선용차단기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Molded Case Circuit Breaker</a:t>
                      </a:r>
                      <a:r>
                        <a:rPr lang="en-US" altLang="ko-KR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</a:t>
                      </a:r>
                      <a:endParaRPr lang="en-US" altLang="ko-KR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과부하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단락 자동 차단</a:t>
                      </a: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일반적으로 모터 보호를 위해 사용 됨</a:t>
                      </a:r>
                      <a:endParaRPr lang="en-US" altLang="ko-KR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강제 트립 됬을 때는 스위치가 중간 위치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5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EOCR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전자식 과전류 계전기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Electronic Over Current Relay</a:t>
                      </a:r>
                      <a:r>
                        <a:rPr lang="en-US" altLang="ko-KR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</a:t>
                      </a:r>
                      <a:endParaRPr lang="en-US" altLang="ko-KR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과전류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결상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역상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구속</a:t>
                      </a:r>
                      <a:endParaRPr lang="en-US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kern="1200">
                          <a:solidFill>
                            <a:srgbClr val="1A1A1A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12P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· 과부하보호, RESET 복귀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896616"/>
                  </a:ext>
                </a:extLst>
              </a:tr>
              <a:tr h="2925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전자접촉기 (Magnetic Contactor)</a:t>
                      </a: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A1,A2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에 전원 인가 시 작동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부하에 공급하는 전원 차단</a:t>
                      </a:r>
                      <a:endParaRPr lang="en-US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kern="1200">
                          <a:solidFill>
                            <a:srgbClr val="1A1A1A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12P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· 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주회로 개폐 (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대용량 릴레이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6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ELB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 err="1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누전차단기</a:t>
                      </a:r>
                      <a:endParaRPr lang="en-US" sz="850" dirty="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lang="en-US" altLang="ko-KR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Earth Leakage Breaker</a:t>
                      </a:r>
                      <a:r>
                        <a:rPr lang="en-US" altLang="ko-KR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</a:t>
                      </a:r>
                      <a:endParaRPr lang="en-US" altLang="ko-KR" sz="850" dirty="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과부하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누전(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지락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 검출 차단</a:t>
                      </a: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감전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누전에 의한 화재 등 예방</a:t>
                      </a:r>
                      <a:endParaRPr lang="en-US" altLang="ko-KR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인입 전류 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&gt;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돌아오는 전류인 경우 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5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THR</a:t>
                      </a:r>
                    </a:p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(TOR)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열동형 과전류 계전기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(Thermal Heat/Overload Relay)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전동기를 과부하로부터 보호</a:t>
                      </a:r>
                      <a:endParaRPr lang="en-US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바이메탈 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방식 · 수동복귀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54594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MS</a:t>
                      </a:r>
                      <a:endParaRPr lang="en-US" altLang="ko-KR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전자 개폐기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(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스위치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  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실제 많이 적용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MC + THR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70002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X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보조 릴레이 (Auxiliary Relay)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8P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· 자기유지/인터록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타이머 (Timer on/off 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delay)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kern="1200" dirty="0">
                          <a:solidFill>
                            <a:srgbClr val="1A1A1A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8P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· 여자 후 한시/순시동작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FR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플리커 릴레이 (Flicker Relay)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kern="1200" dirty="0">
                          <a:solidFill>
                            <a:srgbClr val="1A1A1A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8P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· 점멸(과제별 역할 다름)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5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FLS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플로트레스 스위치</a:t>
                      </a: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(Floatless Switch)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kern="1200" dirty="0">
                          <a:solidFill>
                            <a:srgbClr val="1A1A1A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8P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· 전극봉 E1·E2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·E3</a:t>
                      </a: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E1: 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상한→</a:t>
                      </a: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E2: 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하한→</a:t>
                      </a: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E3: 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공통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(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접지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5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SS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셀렉터스위치 (Select Switch)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M/A 2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위치 자기유지형</a:t>
                      </a: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11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시 방향 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– 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수동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1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시 방향 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- 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자동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PB0/1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정지(적,b)/기동(녹,a)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25ø 1a1b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7984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RL/</a:t>
                      </a: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GL/</a:t>
                      </a:r>
                    </a:p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YL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적/녹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/황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적</a:t>
                      </a:r>
                      <a:endParaRPr lang="en-US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녹</a:t>
                      </a:r>
                      <a:endParaRPr lang="en-US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황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백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청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79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운전중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경보</a:t>
                      </a:r>
                      <a:endParaRPr lang="en-US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정지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정상</a:t>
                      </a:r>
                      <a:endParaRPr lang="en-US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경보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/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주의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전원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ON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특수지시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370277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F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퓨즈(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홀더) Fuse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250V 30A(퓨즈10A) · 반드시 삽입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BZ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부저 (Buszzer)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EOCR 동작 경보음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CAP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홀마개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미사용 홀 마감(누락시 감점)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25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MCF</a:t>
                      </a:r>
                    </a:p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정역용 접촉기 (Forward/Reverse)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2상 교체로 역전 · 인터록 필수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25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MCY</a:t>
                      </a:r>
                    </a:p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MCΔ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Y-Δ 기동 접촉기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Y기동→시간경과→Δ운전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LS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리밋스위치 (Limit Switch)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이동부 한계점 접점동작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단자대 (Terminal Block)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10P(제어판)/4P(배관) 경계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925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L1,</a:t>
                      </a: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L2,</a:t>
                      </a:r>
                    </a:p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L3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3상 전원 각상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구 R,S,T 대체(갈·흑·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회)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연결 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: L1→L2→L3→PE</a:t>
                      </a:r>
                      <a:endParaRPr lang="en-US" altLang="ko-KR" sz="8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925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R-a</a:t>
                      </a:r>
                    </a:p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R-b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릴레이 a/b접점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자기유지에 R-a 병렬 연결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전동기 </a:t>
                      </a:r>
                      <a:r>
                        <a:rPr lang="en-US" altLang="ko-KR" sz="8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(</a:t>
                      </a:r>
                      <a:r>
                        <a:rPr lang="ko-KR" altLang="en-US" sz="8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모터</a:t>
                      </a:r>
                      <a:r>
                        <a:rPr lang="en-US" altLang="ko-KR" sz="8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), IM (</a:t>
                      </a:r>
                      <a:r>
                        <a:rPr lang="ko-KR" altLang="en-US" sz="8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유도 전동기</a:t>
                      </a:r>
                      <a:r>
                        <a:rPr lang="en-US" altLang="ko-KR" sz="8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연결 </a:t>
                      </a:r>
                      <a:r>
                        <a:rPr lang="en-US" altLang="ko-KR" sz="8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: </a:t>
                      </a:r>
                      <a:r>
                        <a:rPr lang="en-US" altLang="ko-KR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U→V→W→PE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000575"/>
                  </a:ext>
                </a:extLst>
              </a:tr>
            </a:tbl>
          </a:graphicData>
        </a:graphic>
      </p:graphicFrame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30C2D75-8A25-41C7-74D3-14F4EB96BA0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74964" y="720088"/>
            <a:ext cx="164592" cy="164592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7636A2DB-57D8-7D5E-7284-22061017F87B}"/>
              </a:ext>
            </a:extLst>
          </p:cNvPr>
          <p:cNvSpPr/>
          <p:nvPr/>
        </p:nvSpPr>
        <p:spPr>
          <a:xfrm>
            <a:off x="8758428" y="659509"/>
            <a:ext cx="17636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회로구간 · 6가지 제어회로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5C34BA5E-718E-A067-6DE0-92B7E8B2DF3B}"/>
              </a:ext>
            </a:extLst>
          </p:cNvPr>
          <p:cNvSpPr/>
          <p:nvPr/>
        </p:nvSpPr>
        <p:spPr>
          <a:xfrm>
            <a:off x="8438387" y="911123"/>
            <a:ext cx="2336420" cy="226771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52FA39A8-ABC2-9D5E-931D-B99557CC5C30}"/>
              </a:ext>
            </a:extLst>
          </p:cNvPr>
          <p:cNvSpPr/>
          <p:nvPr/>
        </p:nvSpPr>
        <p:spPr>
          <a:xfrm>
            <a:off x="8547272" y="910556"/>
            <a:ext cx="208607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1000" b="1">
                <a:solidFill>
                  <a:prstClr val="white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18</a:t>
            </a:r>
            <a:r>
              <a:rPr lang="ko-KR" altLang="en-US" sz="1000" b="1">
                <a:solidFill>
                  <a:prstClr val="white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개</a:t>
            </a:r>
            <a:r>
              <a:rPr lang="en-US" sz="1000" b="1">
                <a:solidFill>
                  <a:prstClr val="white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 </a:t>
            </a:r>
            <a:r>
              <a:rPr lang="en-US" altLang="ko-KR" sz="1000" b="1">
                <a:solidFill>
                  <a:prstClr val="white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- </a:t>
            </a:r>
            <a:r>
              <a:rPr lang="en-US" sz="1000" b="1">
                <a:solidFill>
                  <a:prstClr val="white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급배수 1~9번,전동기 </a:t>
            </a:r>
            <a:r>
              <a:rPr lang="en-US" sz="1000" b="1" dirty="0">
                <a:solidFill>
                  <a:prstClr val="white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10~18번</a:t>
            </a:r>
            <a:endParaRPr lang="en-US" sz="1000" dirty="0">
              <a:solidFill>
                <a:prstClr val="white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61EF3B59-C68E-19D4-C646-B3AFE1CC3807}"/>
              </a:ext>
            </a:extLst>
          </p:cNvPr>
          <p:cNvSpPr/>
          <p:nvPr/>
        </p:nvSpPr>
        <p:spPr>
          <a:xfrm>
            <a:off x="8438387" y="1194585"/>
            <a:ext cx="726234" cy="169622"/>
          </a:xfrm>
          <a:prstGeom prst="roundRect">
            <a:avLst>
              <a:gd name="adj" fmla="val 13889"/>
            </a:avLst>
          </a:prstGeom>
          <a:solidFill>
            <a:srgbClr val="FFF6E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8A2D88DB-C1D4-C167-E9BD-7EF480E1B88E}"/>
              </a:ext>
            </a:extLst>
          </p:cNvPr>
          <p:cNvSpPr/>
          <p:nvPr/>
        </p:nvSpPr>
        <p:spPr>
          <a:xfrm>
            <a:off x="8494769" y="1194585"/>
            <a:ext cx="669853" cy="169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850" dirty="0">
                <a:solidFill>
                  <a:srgbClr val="8A5E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① 전동기 제어</a:t>
            </a:r>
            <a:endParaRPr lang="en-US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DF4D1AF8-CC06-5E25-B1F2-9E8442802B03}"/>
              </a:ext>
            </a:extLst>
          </p:cNvPr>
          <p:cNvSpPr/>
          <p:nvPr/>
        </p:nvSpPr>
        <p:spPr>
          <a:xfrm>
            <a:off x="9217309" y="1194585"/>
            <a:ext cx="816336" cy="169622"/>
          </a:xfrm>
          <a:prstGeom prst="roundRect">
            <a:avLst>
              <a:gd name="adj" fmla="val 13889"/>
            </a:avLst>
          </a:prstGeom>
          <a:solidFill>
            <a:srgbClr val="FAFBFC"/>
          </a:solidFill>
          <a:ln w="9525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8E61D4D8-9B62-43D8-F559-C8B388CB87BD}"/>
              </a:ext>
            </a:extLst>
          </p:cNvPr>
          <p:cNvSpPr/>
          <p:nvPr/>
        </p:nvSpPr>
        <p:spPr>
          <a:xfrm>
            <a:off x="9273690" y="1194585"/>
            <a:ext cx="752960" cy="169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850" dirty="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② 컨베이어 제어</a:t>
            </a:r>
            <a:endParaRPr lang="en-US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AB69C392-8D1B-2A2C-37DF-F642FF910130}"/>
              </a:ext>
            </a:extLst>
          </p:cNvPr>
          <p:cNvSpPr/>
          <p:nvPr/>
        </p:nvSpPr>
        <p:spPr>
          <a:xfrm>
            <a:off x="10102057" y="1194585"/>
            <a:ext cx="675434" cy="169622"/>
          </a:xfrm>
          <a:prstGeom prst="roundRect">
            <a:avLst>
              <a:gd name="adj" fmla="val 13889"/>
            </a:avLst>
          </a:prstGeom>
          <a:solidFill>
            <a:srgbClr val="FAFBFC"/>
          </a:solidFill>
          <a:ln w="9525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B7EFE5EB-F05C-C347-A4C3-1921F1659AA9}"/>
              </a:ext>
            </a:extLst>
          </p:cNvPr>
          <p:cNvSpPr/>
          <p:nvPr/>
        </p:nvSpPr>
        <p:spPr>
          <a:xfrm>
            <a:off x="10126690" y="1194585"/>
            <a:ext cx="669853" cy="169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850" dirty="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③ 승강기 제어</a:t>
            </a:r>
            <a:endParaRPr lang="en-US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5B17DBE9-C46E-D382-E035-3A2A32352483}"/>
              </a:ext>
            </a:extLst>
          </p:cNvPr>
          <p:cNvSpPr/>
          <p:nvPr/>
        </p:nvSpPr>
        <p:spPr>
          <a:xfrm>
            <a:off x="8438388" y="1425547"/>
            <a:ext cx="726234" cy="169622"/>
          </a:xfrm>
          <a:prstGeom prst="roundRect">
            <a:avLst>
              <a:gd name="adj" fmla="val 13889"/>
            </a:avLst>
          </a:prstGeom>
          <a:solidFill>
            <a:srgbClr val="FFF6E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3917A3C4-3183-2976-13E1-8F18965AE195}"/>
              </a:ext>
            </a:extLst>
          </p:cNvPr>
          <p:cNvSpPr/>
          <p:nvPr/>
        </p:nvSpPr>
        <p:spPr>
          <a:xfrm>
            <a:off x="8494770" y="1425547"/>
            <a:ext cx="669853" cy="169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850" dirty="0">
                <a:solidFill>
                  <a:srgbClr val="8A5E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④ 급·배수 제어</a:t>
            </a:r>
            <a:endParaRPr lang="en-US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7B9376C6-F0B8-1A06-D390-AC33DBD166B4}"/>
              </a:ext>
            </a:extLst>
          </p:cNvPr>
          <p:cNvSpPr/>
          <p:nvPr/>
        </p:nvSpPr>
        <p:spPr>
          <a:xfrm>
            <a:off x="9217309" y="1423796"/>
            <a:ext cx="816336" cy="169622"/>
          </a:xfrm>
          <a:prstGeom prst="roundRect">
            <a:avLst>
              <a:gd name="adj" fmla="val 13889"/>
            </a:avLst>
          </a:prstGeom>
          <a:solidFill>
            <a:srgbClr val="FAFBFC"/>
          </a:solidFill>
          <a:ln w="9525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C8815394-CACC-7E59-C65C-761B8F60E96E}"/>
              </a:ext>
            </a:extLst>
          </p:cNvPr>
          <p:cNvSpPr/>
          <p:nvPr/>
        </p:nvSpPr>
        <p:spPr>
          <a:xfrm>
            <a:off x="9273692" y="1423796"/>
            <a:ext cx="669853" cy="169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850" dirty="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⑤ 온도 제어</a:t>
            </a:r>
            <a:endParaRPr lang="en-US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763DFB5F-4375-1A63-7A13-3AD396E3BC4D}"/>
              </a:ext>
            </a:extLst>
          </p:cNvPr>
          <p:cNvSpPr/>
          <p:nvPr/>
        </p:nvSpPr>
        <p:spPr>
          <a:xfrm>
            <a:off x="10099373" y="1423796"/>
            <a:ext cx="675434" cy="169622"/>
          </a:xfrm>
          <a:prstGeom prst="roundRect">
            <a:avLst>
              <a:gd name="adj" fmla="val 13889"/>
            </a:avLst>
          </a:prstGeom>
          <a:solidFill>
            <a:srgbClr val="FAFBFC"/>
          </a:solidFill>
          <a:ln w="9525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5A311D75-CD41-9157-5197-FC3336C5F035}"/>
              </a:ext>
            </a:extLst>
          </p:cNvPr>
          <p:cNvSpPr/>
          <p:nvPr/>
        </p:nvSpPr>
        <p:spPr>
          <a:xfrm>
            <a:off x="10124005" y="1423796"/>
            <a:ext cx="669853" cy="169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850" dirty="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⑥ 화재 감지</a:t>
            </a:r>
            <a:endParaRPr lang="en-US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56D8C9C6-0E35-DC27-5CDD-018A2D6DA23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9563" y="735709"/>
            <a:ext cx="164592" cy="164592"/>
          </a:xfrm>
          <a:prstGeom prst="rect">
            <a:avLst/>
          </a:prstGeom>
        </p:spPr>
      </p:pic>
      <p:sp>
        <p:nvSpPr>
          <p:cNvPr id="29" name="Text 23">
            <a:extLst>
              <a:ext uri="{FF2B5EF4-FFF2-40B4-BE49-F238E27FC236}">
                <a16:creationId xmlns:a16="http://schemas.microsoft.com/office/drawing/2014/main" id="{3988CD72-134E-E900-8DEE-74071F9D2B67}"/>
              </a:ext>
            </a:extLst>
          </p:cNvPr>
          <p:cNvSpPr/>
          <p:nvPr/>
        </p:nvSpPr>
        <p:spPr>
          <a:xfrm>
            <a:off x="4258427" y="6807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전선 색상 규정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90EE0512-6E4E-6FC8-6EDD-07B0D7CAB114}"/>
              </a:ext>
            </a:extLst>
          </p:cNvPr>
          <p:cNvSpPr/>
          <p:nvPr/>
        </p:nvSpPr>
        <p:spPr>
          <a:xfrm>
            <a:off x="3952986" y="920248"/>
            <a:ext cx="387024" cy="399134"/>
          </a:xfrm>
          <a:prstGeom prst="roundRect">
            <a:avLst>
              <a:gd name="adj" fmla="val 7968"/>
            </a:avLst>
          </a:prstGeom>
          <a:solidFill>
            <a:srgbClr val="FAFBFC"/>
          </a:solidFill>
          <a:ln w="9525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1D0E1B0B-4DE6-A669-D49F-4134A978AEED}"/>
              </a:ext>
            </a:extLst>
          </p:cNvPr>
          <p:cNvSpPr/>
          <p:nvPr/>
        </p:nvSpPr>
        <p:spPr>
          <a:xfrm>
            <a:off x="4077111" y="966814"/>
            <a:ext cx="138774" cy="119740"/>
          </a:xfrm>
          <a:prstGeom prst="ellipse">
            <a:avLst/>
          </a:prstGeom>
          <a:solidFill>
            <a:srgbClr val="8B5A2B"/>
          </a:solidFill>
          <a:ln w="635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0F6E6B78-A12C-A9BB-0451-52A94840AF84}"/>
              </a:ext>
            </a:extLst>
          </p:cNvPr>
          <p:cNvSpPr/>
          <p:nvPr/>
        </p:nvSpPr>
        <p:spPr>
          <a:xfrm>
            <a:off x="3952986" y="1093206"/>
            <a:ext cx="387024" cy="11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b="1" dirty="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L1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F007AD36-6C33-BEF9-B8D8-61DCD81AD1B8}"/>
              </a:ext>
            </a:extLst>
          </p:cNvPr>
          <p:cNvSpPr/>
          <p:nvPr/>
        </p:nvSpPr>
        <p:spPr>
          <a:xfrm>
            <a:off x="3952986" y="1206294"/>
            <a:ext cx="387024" cy="9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dirty="0">
                <a:solidFill>
                  <a:srgbClr val="5B6472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갈색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DD49AD0A-C85F-49AA-DF52-387BD130DCA4}"/>
              </a:ext>
            </a:extLst>
          </p:cNvPr>
          <p:cNvSpPr/>
          <p:nvPr/>
        </p:nvSpPr>
        <p:spPr>
          <a:xfrm>
            <a:off x="4386268" y="920248"/>
            <a:ext cx="387024" cy="399134"/>
          </a:xfrm>
          <a:prstGeom prst="roundRect">
            <a:avLst>
              <a:gd name="adj" fmla="val 7968"/>
            </a:avLst>
          </a:prstGeom>
          <a:solidFill>
            <a:srgbClr val="FAFBFC"/>
          </a:solidFill>
          <a:ln w="9525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640BD3AF-4ECB-AECE-AFAE-FFB5E61D1AEF}"/>
              </a:ext>
            </a:extLst>
          </p:cNvPr>
          <p:cNvSpPr/>
          <p:nvPr/>
        </p:nvSpPr>
        <p:spPr>
          <a:xfrm>
            <a:off x="4510393" y="966814"/>
            <a:ext cx="138774" cy="119740"/>
          </a:xfrm>
          <a:prstGeom prst="ellipse">
            <a:avLst/>
          </a:prstGeom>
          <a:solidFill>
            <a:srgbClr val="1A1A1A"/>
          </a:solidFill>
          <a:ln w="635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50D2BF-F6A9-4558-2DF9-881CFA591A23}"/>
              </a:ext>
            </a:extLst>
          </p:cNvPr>
          <p:cNvSpPr/>
          <p:nvPr/>
        </p:nvSpPr>
        <p:spPr>
          <a:xfrm>
            <a:off x="4386268" y="1093206"/>
            <a:ext cx="387024" cy="11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b="1" dirty="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L2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9DDF6298-0553-CC40-3E6A-A0C1F210EA0D}"/>
              </a:ext>
            </a:extLst>
          </p:cNvPr>
          <p:cNvSpPr/>
          <p:nvPr/>
        </p:nvSpPr>
        <p:spPr>
          <a:xfrm>
            <a:off x="4386268" y="1206294"/>
            <a:ext cx="387024" cy="9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dirty="0">
                <a:solidFill>
                  <a:srgbClr val="5B6472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흑색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D1A80C92-E440-7487-C592-15033B079DF1}"/>
              </a:ext>
            </a:extLst>
          </p:cNvPr>
          <p:cNvSpPr/>
          <p:nvPr/>
        </p:nvSpPr>
        <p:spPr>
          <a:xfrm>
            <a:off x="4819551" y="920248"/>
            <a:ext cx="387024" cy="399134"/>
          </a:xfrm>
          <a:prstGeom prst="roundRect">
            <a:avLst>
              <a:gd name="adj" fmla="val 7968"/>
            </a:avLst>
          </a:prstGeom>
          <a:solidFill>
            <a:srgbClr val="FAFBFC"/>
          </a:solidFill>
          <a:ln w="9525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7A1692F-32FB-C47F-E1D6-7B280CAE4EFD}"/>
              </a:ext>
            </a:extLst>
          </p:cNvPr>
          <p:cNvSpPr/>
          <p:nvPr/>
        </p:nvSpPr>
        <p:spPr>
          <a:xfrm>
            <a:off x="4943676" y="966814"/>
            <a:ext cx="138774" cy="119740"/>
          </a:xfrm>
          <a:prstGeom prst="ellipse">
            <a:avLst/>
          </a:prstGeom>
          <a:solidFill>
            <a:srgbClr val="8C8C8C"/>
          </a:solidFill>
          <a:ln w="635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011B9472-25E0-1FD6-759F-ECD95C311452}"/>
              </a:ext>
            </a:extLst>
          </p:cNvPr>
          <p:cNvSpPr/>
          <p:nvPr/>
        </p:nvSpPr>
        <p:spPr>
          <a:xfrm>
            <a:off x="4819551" y="1093206"/>
            <a:ext cx="387024" cy="11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b="1" dirty="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L3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32E6ABE0-EFD7-A782-DEF2-5C2FA1833A67}"/>
              </a:ext>
            </a:extLst>
          </p:cNvPr>
          <p:cNvSpPr/>
          <p:nvPr/>
        </p:nvSpPr>
        <p:spPr>
          <a:xfrm>
            <a:off x="4819551" y="1206294"/>
            <a:ext cx="387024" cy="9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dirty="0">
                <a:solidFill>
                  <a:srgbClr val="5B6472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회색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7CF0BDD7-59F0-C84A-5867-8CB91452B681}"/>
              </a:ext>
            </a:extLst>
          </p:cNvPr>
          <p:cNvSpPr/>
          <p:nvPr/>
        </p:nvSpPr>
        <p:spPr>
          <a:xfrm>
            <a:off x="5252832" y="920248"/>
            <a:ext cx="387024" cy="399134"/>
          </a:xfrm>
          <a:prstGeom prst="roundRect">
            <a:avLst>
              <a:gd name="adj" fmla="val 7968"/>
            </a:avLst>
          </a:prstGeom>
          <a:solidFill>
            <a:srgbClr val="FAFBFC"/>
          </a:solidFill>
          <a:ln w="9525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7">
            <a:extLst>
              <a:ext uri="{FF2B5EF4-FFF2-40B4-BE49-F238E27FC236}">
                <a16:creationId xmlns:a16="http://schemas.microsoft.com/office/drawing/2014/main" id="{0BB0B81C-3B4E-A840-1937-F29F677096A0}"/>
              </a:ext>
            </a:extLst>
          </p:cNvPr>
          <p:cNvSpPr/>
          <p:nvPr/>
        </p:nvSpPr>
        <p:spPr>
          <a:xfrm>
            <a:off x="5376958" y="966814"/>
            <a:ext cx="138774" cy="119740"/>
          </a:xfrm>
          <a:prstGeom prst="ellipse">
            <a:avLst/>
          </a:prstGeom>
          <a:solidFill>
            <a:srgbClr val="E8B800"/>
          </a:solidFill>
          <a:ln w="635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D0F1D228-41CB-BAB8-B5AF-571920DE1FDB}"/>
              </a:ext>
            </a:extLst>
          </p:cNvPr>
          <p:cNvSpPr/>
          <p:nvPr/>
        </p:nvSpPr>
        <p:spPr>
          <a:xfrm>
            <a:off x="5252832" y="1093206"/>
            <a:ext cx="387024" cy="11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b="1" dirty="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보조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1D0D4888-2700-F68F-254B-4ED27B82B576}"/>
              </a:ext>
            </a:extLst>
          </p:cNvPr>
          <p:cNvSpPr/>
          <p:nvPr/>
        </p:nvSpPr>
        <p:spPr>
          <a:xfrm>
            <a:off x="5252832" y="1206294"/>
            <a:ext cx="387024" cy="9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dirty="0">
                <a:solidFill>
                  <a:srgbClr val="5B6472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황색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6" name="Shape 40">
            <a:extLst>
              <a:ext uri="{FF2B5EF4-FFF2-40B4-BE49-F238E27FC236}">
                <a16:creationId xmlns:a16="http://schemas.microsoft.com/office/drawing/2014/main" id="{68E44B11-C996-DC04-F473-5D5F6F82DE68}"/>
              </a:ext>
            </a:extLst>
          </p:cNvPr>
          <p:cNvSpPr/>
          <p:nvPr/>
        </p:nvSpPr>
        <p:spPr>
          <a:xfrm>
            <a:off x="5686115" y="920248"/>
            <a:ext cx="387024" cy="399134"/>
          </a:xfrm>
          <a:prstGeom prst="roundRect">
            <a:avLst>
              <a:gd name="adj" fmla="val 7968"/>
            </a:avLst>
          </a:prstGeom>
          <a:solidFill>
            <a:srgbClr val="FAFBFC"/>
          </a:solidFill>
          <a:ln w="9525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1">
            <a:extLst>
              <a:ext uri="{FF2B5EF4-FFF2-40B4-BE49-F238E27FC236}">
                <a16:creationId xmlns:a16="http://schemas.microsoft.com/office/drawing/2014/main" id="{A289B202-6F31-8FC3-7ED2-C3E8D699106A}"/>
              </a:ext>
            </a:extLst>
          </p:cNvPr>
          <p:cNvSpPr/>
          <p:nvPr/>
        </p:nvSpPr>
        <p:spPr>
          <a:xfrm>
            <a:off x="5810240" y="966814"/>
            <a:ext cx="138774" cy="119740"/>
          </a:xfrm>
          <a:prstGeom prst="ellipse">
            <a:avLst/>
          </a:prstGeom>
          <a:solidFill>
            <a:srgbClr val="2E8B45"/>
          </a:solidFill>
          <a:ln w="635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2">
            <a:extLst>
              <a:ext uri="{FF2B5EF4-FFF2-40B4-BE49-F238E27FC236}">
                <a16:creationId xmlns:a16="http://schemas.microsoft.com/office/drawing/2014/main" id="{64794D63-D30F-0555-9AB3-332B8D23460D}"/>
              </a:ext>
            </a:extLst>
          </p:cNvPr>
          <p:cNvSpPr/>
          <p:nvPr/>
        </p:nvSpPr>
        <p:spPr>
          <a:xfrm>
            <a:off x="5686115" y="1093206"/>
            <a:ext cx="387024" cy="11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b="1" dirty="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PE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9" name="Text 43">
            <a:extLst>
              <a:ext uri="{FF2B5EF4-FFF2-40B4-BE49-F238E27FC236}">
                <a16:creationId xmlns:a16="http://schemas.microsoft.com/office/drawing/2014/main" id="{6F15042E-A316-77F9-B7FB-78F2A69B90C2}"/>
              </a:ext>
            </a:extLst>
          </p:cNvPr>
          <p:cNvSpPr/>
          <p:nvPr/>
        </p:nvSpPr>
        <p:spPr>
          <a:xfrm>
            <a:off x="5686115" y="1206294"/>
            <a:ext cx="387024" cy="9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dirty="0">
                <a:solidFill>
                  <a:srgbClr val="5B6472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녹-황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50" name="Text 44">
            <a:extLst>
              <a:ext uri="{FF2B5EF4-FFF2-40B4-BE49-F238E27FC236}">
                <a16:creationId xmlns:a16="http://schemas.microsoft.com/office/drawing/2014/main" id="{EC8E759F-8F92-73D7-134B-1B874E7AA3FC}"/>
              </a:ext>
            </a:extLst>
          </p:cNvPr>
          <p:cNvSpPr/>
          <p:nvPr/>
        </p:nvSpPr>
        <p:spPr>
          <a:xfrm>
            <a:off x="3949277" y="1386103"/>
            <a:ext cx="2218163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ts val="200"/>
              </a:spcBef>
              <a:defRPr/>
            </a:pPr>
            <a:endParaRPr lang="en-US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pic>
        <p:nvPicPr>
          <p:cNvPr id="52" name="Image 3" descr="preencoded.png">
            <a:extLst>
              <a:ext uri="{FF2B5EF4-FFF2-40B4-BE49-F238E27FC236}">
                <a16:creationId xmlns:a16="http://schemas.microsoft.com/office/drawing/2014/main" id="{1132B0B2-97F3-6CE4-8ECE-D1C0B8E982F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6596" y="5379738"/>
            <a:ext cx="164592" cy="164592"/>
          </a:xfrm>
          <a:prstGeom prst="rect">
            <a:avLst/>
          </a:prstGeom>
        </p:spPr>
      </p:pic>
      <p:sp>
        <p:nvSpPr>
          <p:cNvPr id="53" name="Text 46">
            <a:extLst>
              <a:ext uri="{FF2B5EF4-FFF2-40B4-BE49-F238E27FC236}">
                <a16:creationId xmlns:a16="http://schemas.microsoft.com/office/drawing/2014/main" id="{AD016EA2-B7E7-33A3-FBAB-F1F9F487ABC9}"/>
              </a:ext>
            </a:extLst>
          </p:cNvPr>
          <p:cNvSpPr/>
          <p:nvPr/>
        </p:nvSpPr>
        <p:spPr>
          <a:xfrm>
            <a:off x="4290062" y="5323762"/>
            <a:ext cx="15334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전동기 · 전기기기 분류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54" name="Table 1">
            <a:extLst>
              <a:ext uri="{FF2B5EF4-FFF2-40B4-BE49-F238E27FC236}">
                <a16:creationId xmlns:a16="http://schemas.microsoft.com/office/drawing/2014/main" id="{17E62B4D-1441-5723-9B64-2F5233800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65259"/>
              </p:ext>
            </p:extLst>
          </p:nvPr>
        </p:nvGraphicFramePr>
        <p:xfrm>
          <a:off x="3970022" y="5569438"/>
          <a:ext cx="2166769" cy="804672"/>
        </p:xfrm>
        <a:graphic>
          <a:graphicData uri="http://schemas.openxmlformats.org/drawingml/2006/table">
            <a:tbl>
              <a:tblPr/>
              <a:tblGrid>
                <a:gridCol w="364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4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960">
                  <a:extLst>
                    <a:ext uri="{9D8B030D-6E8A-4147-A177-3AD203B41FA5}">
                      <a16:colId xmlns:a16="http://schemas.microsoft.com/office/drawing/2014/main" val="1397772507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유도기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유도 전류로 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회전력 발생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전동기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동기기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회전 자기장과 동기 회전 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전동기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/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발전기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직류기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브러시·정류자 전류전환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전동기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/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발전기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변압기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교류 전압 크기 변환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6" name="Image 4" descr="preencoded.png">
            <a:extLst>
              <a:ext uri="{FF2B5EF4-FFF2-40B4-BE49-F238E27FC236}">
                <a16:creationId xmlns:a16="http://schemas.microsoft.com/office/drawing/2014/main" id="{7E6E7375-4C9E-310C-A2FC-36802337B739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3980" y="4965911"/>
            <a:ext cx="164592" cy="164592"/>
          </a:xfrm>
          <a:prstGeom prst="rect">
            <a:avLst/>
          </a:prstGeom>
        </p:spPr>
      </p:pic>
      <p:sp>
        <p:nvSpPr>
          <p:cNvPr id="57" name="Text 48">
            <a:extLst>
              <a:ext uri="{FF2B5EF4-FFF2-40B4-BE49-F238E27FC236}">
                <a16:creationId xmlns:a16="http://schemas.microsoft.com/office/drawing/2014/main" id="{D22208FB-4BC5-9C92-D8C1-C6BBEBE15337}"/>
              </a:ext>
            </a:extLst>
          </p:cNvPr>
          <p:cNvSpPr/>
          <p:nvPr/>
        </p:nvSpPr>
        <p:spPr>
          <a:xfrm>
            <a:off x="6577446" y="4898116"/>
            <a:ext cx="16806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치수 · 공사 기준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58" name="Table 2">
            <a:extLst>
              <a:ext uri="{FF2B5EF4-FFF2-40B4-BE49-F238E27FC236}">
                <a16:creationId xmlns:a16="http://schemas.microsoft.com/office/drawing/2014/main" id="{03CAA4EF-28DF-CE68-B6CA-6A935161E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864191"/>
              </p:ext>
            </p:extLst>
          </p:nvPr>
        </p:nvGraphicFramePr>
        <p:xfrm>
          <a:off x="6257404" y="5159482"/>
          <a:ext cx="2228738" cy="1209240"/>
        </p:xfrm>
        <a:graphic>
          <a:graphicData uri="http://schemas.openxmlformats.org/drawingml/2006/table">
            <a:tbl>
              <a:tblPr/>
              <a:tblGrid>
                <a:gridCol w="778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외관 허용오차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±30mm(전선관·박스·단자대)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제어판 내부오차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±5mm(기구 배치)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새들 설치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접속부 300mm 이내, 나사 2개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곡률 반지름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안지름×6~8배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커넥터 높이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제어판에서 5mm 올려 고정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단자 접속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한 단자 3가닥 이상 금지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0" name="Image 5" descr="preencoded.png">
            <a:extLst>
              <a:ext uri="{FF2B5EF4-FFF2-40B4-BE49-F238E27FC236}">
                <a16:creationId xmlns:a16="http://schemas.microsoft.com/office/drawing/2014/main" id="{3517E874-B84B-1984-24B1-D66B83C403E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2541" y="1374985"/>
            <a:ext cx="164592" cy="164592"/>
          </a:xfrm>
          <a:prstGeom prst="rect">
            <a:avLst/>
          </a:prstGeom>
        </p:spPr>
      </p:pic>
      <p:sp>
        <p:nvSpPr>
          <p:cNvPr id="61" name="Text 50">
            <a:extLst>
              <a:ext uri="{FF2B5EF4-FFF2-40B4-BE49-F238E27FC236}">
                <a16:creationId xmlns:a16="http://schemas.microsoft.com/office/drawing/2014/main" id="{6962EC1F-B0ED-3882-CB93-97F766B463D1}"/>
              </a:ext>
            </a:extLst>
          </p:cNvPr>
          <p:cNvSpPr/>
          <p:nvPr/>
        </p:nvSpPr>
        <p:spPr>
          <a:xfrm>
            <a:off x="4290060" y="1338409"/>
            <a:ext cx="14712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단자대 결선 순서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62" name="Table 3">
            <a:extLst>
              <a:ext uri="{FF2B5EF4-FFF2-40B4-BE49-F238E27FC236}">
                <a16:creationId xmlns:a16="http://schemas.microsoft.com/office/drawing/2014/main" id="{FAF5BCE6-9FEE-C498-7F59-2BED2AC18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437282"/>
              </p:ext>
            </p:extLst>
          </p:nvPr>
        </p:nvGraphicFramePr>
        <p:xfrm>
          <a:off x="3950606" y="1588289"/>
          <a:ext cx="2216832" cy="1129483"/>
        </p:xfrm>
        <a:graphic>
          <a:graphicData uri="http://schemas.openxmlformats.org/drawingml/2006/table">
            <a:tbl>
              <a:tblPr/>
              <a:tblGrid>
                <a:gridCol w="625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8909">
                  <a:extLst>
                    <a:ext uri="{9D8B030D-6E8A-4147-A177-3AD203B41FA5}">
                      <a16:colId xmlns:a16="http://schemas.microsoft.com/office/drawing/2014/main" val="3665440377"/>
                    </a:ext>
                  </a:extLst>
                </a:gridCol>
              </a:tblGrid>
              <a:tr h="1803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L1/L2/L3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2,5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SQ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L1→L2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→L3 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갈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→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흑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→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회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366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TB2·3(M)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U→V→W→PE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87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녹황 </a:t>
                      </a:r>
                      <a:r>
                        <a:rPr lang="en-US" altLang="ko-KR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보호 도체</a:t>
                      </a:r>
                      <a:r>
                        <a:rPr lang="en-US" altLang="ko-KR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721493"/>
                  </a:ext>
                </a:extLst>
              </a:tr>
              <a:tr h="1803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PE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97117"/>
                  </a:ext>
                </a:extLst>
              </a:tr>
              <a:tr h="1803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LS 단자대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1.5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SQ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LS1→LS2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3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TB4(FLS)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E1(상한)→E2(하한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)→E3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(공통)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3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보조 회로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황색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947286"/>
                  </a:ext>
                </a:extLst>
              </a:tr>
            </a:tbl>
          </a:graphicData>
        </a:graphic>
      </p:graphicFrame>
      <p:pic>
        <p:nvPicPr>
          <p:cNvPr id="64" name="Image 6" descr="preencoded.png">
            <a:extLst>
              <a:ext uri="{FF2B5EF4-FFF2-40B4-BE49-F238E27FC236}">
                <a16:creationId xmlns:a16="http://schemas.microsoft.com/office/drawing/2014/main" id="{901B451F-F6F9-54BA-5A60-96382AC1C1F8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3776" y="735709"/>
            <a:ext cx="164592" cy="164592"/>
          </a:xfrm>
          <a:prstGeom prst="rect">
            <a:avLst/>
          </a:prstGeom>
        </p:spPr>
      </p:pic>
      <p:sp>
        <p:nvSpPr>
          <p:cNvPr id="65" name="Text 52">
            <a:extLst>
              <a:ext uri="{FF2B5EF4-FFF2-40B4-BE49-F238E27FC236}">
                <a16:creationId xmlns:a16="http://schemas.microsoft.com/office/drawing/2014/main" id="{DC4E06EF-45A3-DD60-2E00-91A72643D458}"/>
              </a:ext>
            </a:extLst>
          </p:cNvPr>
          <p:cNvSpPr/>
          <p:nvPr/>
        </p:nvSpPr>
        <p:spPr>
          <a:xfrm>
            <a:off x="6597240" y="659509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실기 작업 순서 (7단계)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pic>
        <p:nvPicPr>
          <p:cNvPr id="88" name="Image 7" descr="preencoded.png">
            <a:extLst>
              <a:ext uri="{FF2B5EF4-FFF2-40B4-BE49-F238E27FC236}">
                <a16:creationId xmlns:a16="http://schemas.microsoft.com/office/drawing/2014/main" id="{7911C378-6A7E-84A3-8EEA-63344432B5E8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3776" y="2265694"/>
            <a:ext cx="164592" cy="164592"/>
          </a:xfrm>
          <a:prstGeom prst="rect">
            <a:avLst/>
          </a:prstGeom>
        </p:spPr>
      </p:pic>
      <p:sp>
        <p:nvSpPr>
          <p:cNvPr id="89" name="Text 75">
            <a:extLst>
              <a:ext uri="{FF2B5EF4-FFF2-40B4-BE49-F238E27FC236}">
                <a16:creationId xmlns:a16="http://schemas.microsoft.com/office/drawing/2014/main" id="{CCEDF66D-507F-E1CC-B547-75E28F27B3D8}"/>
              </a:ext>
            </a:extLst>
          </p:cNvPr>
          <p:cNvSpPr/>
          <p:nvPr/>
        </p:nvSpPr>
        <p:spPr>
          <a:xfrm>
            <a:off x="6597240" y="2203077"/>
            <a:ext cx="1230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소켓(베이스) 결선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90" name="Table 4">
            <a:extLst>
              <a:ext uri="{FF2B5EF4-FFF2-40B4-BE49-F238E27FC236}">
                <a16:creationId xmlns:a16="http://schemas.microsoft.com/office/drawing/2014/main" id="{0CA46322-9607-9216-3209-EB349FAAE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067861"/>
              </p:ext>
            </p:extLst>
          </p:nvPr>
        </p:nvGraphicFramePr>
        <p:xfrm>
          <a:off x="6277202" y="2468386"/>
          <a:ext cx="2093595" cy="755700"/>
        </p:xfrm>
        <a:graphic>
          <a:graphicData uri="http://schemas.openxmlformats.org/drawingml/2006/table">
            <a:tbl>
              <a:tblPr/>
              <a:tblGrid>
                <a:gridCol w="33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14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12P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MC·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EOCR : L1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~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L3(1~3),U·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V·W(7~9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보조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4,5,6,10,11), 코일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(A1·A2)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8P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T·X·FR·FLS 공통소켓 — 코일 1·8번(AC220V)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방향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소켓 베이스 홈 반드시 아래로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2" name="Image 8" descr="preencoded.png">
            <a:extLst>
              <a:ext uri="{FF2B5EF4-FFF2-40B4-BE49-F238E27FC236}">
                <a16:creationId xmlns:a16="http://schemas.microsoft.com/office/drawing/2014/main" id="{729A55F6-D349-50FC-7303-37B8696FD92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3776" y="3349441"/>
            <a:ext cx="164592" cy="164592"/>
          </a:xfrm>
          <a:prstGeom prst="rect">
            <a:avLst/>
          </a:prstGeom>
        </p:spPr>
      </p:pic>
      <p:sp>
        <p:nvSpPr>
          <p:cNvPr id="93" name="Text 77">
            <a:extLst>
              <a:ext uri="{FF2B5EF4-FFF2-40B4-BE49-F238E27FC236}">
                <a16:creationId xmlns:a16="http://schemas.microsoft.com/office/drawing/2014/main" id="{BFE70E46-7432-4811-440E-406301EC122D}"/>
              </a:ext>
            </a:extLst>
          </p:cNvPr>
          <p:cNvSpPr/>
          <p:nvPr/>
        </p:nvSpPr>
        <p:spPr>
          <a:xfrm>
            <a:off x="6597240" y="3293465"/>
            <a:ext cx="1230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배관부 자재 규격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94" name="Table 5">
            <a:extLst>
              <a:ext uri="{FF2B5EF4-FFF2-40B4-BE49-F238E27FC236}">
                <a16:creationId xmlns:a16="http://schemas.microsoft.com/office/drawing/2014/main" id="{A1543993-C390-7733-A475-305A5AADB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654167"/>
              </p:ext>
            </p:extLst>
          </p:nvPr>
        </p:nvGraphicFramePr>
        <p:xfrm>
          <a:off x="6277202" y="3557631"/>
          <a:ext cx="2093595" cy="1280160"/>
        </p:xfrm>
        <a:graphic>
          <a:graphicData uri="http://schemas.openxmlformats.org/drawingml/2006/table">
            <a:tbl>
              <a:tblPr/>
              <a:tblGrid>
                <a:gridCol w="712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PE전선관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16mm, 직선구간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플렉시블관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16mm, 굴곡·진동부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커넥터(PE)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16mm×7 · 5mm 올려 고정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케이블커넥터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4C용 1개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새들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16mm용 40개 · 4C용 2개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8각박스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철제 1개(배치도 J위치)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케이블(4심)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2.5mm² 1m, 외부배관용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29" name="Image 7" descr="preencoded.png">
            <a:extLst>
              <a:ext uri="{FF2B5EF4-FFF2-40B4-BE49-F238E27FC236}">
                <a16:creationId xmlns:a16="http://schemas.microsoft.com/office/drawing/2014/main" id="{9B4EEA2B-499F-27C0-18A8-823E8AD1DFED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28863" y="1733300"/>
            <a:ext cx="192024" cy="192024"/>
          </a:xfrm>
          <a:prstGeom prst="rect">
            <a:avLst/>
          </a:prstGeom>
        </p:spPr>
      </p:pic>
      <p:sp>
        <p:nvSpPr>
          <p:cNvPr id="131" name="Text 41">
            <a:extLst>
              <a:ext uri="{FF2B5EF4-FFF2-40B4-BE49-F238E27FC236}">
                <a16:creationId xmlns:a16="http://schemas.microsoft.com/office/drawing/2014/main" id="{CA73AC06-137B-D944-7E97-88D94F75520E}"/>
              </a:ext>
            </a:extLst>
          </p:cNvPr>
          <p:cNvSpPr/>
          <p:nvPr/>
        </p:nvSpPr>
        <p:spPr>
          <a:xfrm>
            <a:off x="8669657" y="1657100"/>
            <a:ext cx="18428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dirty="0">
                <a:solidFill>
                  <a:srgbClr val="B3261E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실격 항목 — 즉시 0점 처리 (14개)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133" name="Text 60">
            <a:extLst>
              <a:ext uri="{FF2B5EF4-FFF2-40B4-BE49-F238E27FC236}">
                <a16:creationId xmlns:a16="http://schemas.microsoft.com/office/drawing/2014/main" id="{44707862-2B3C-DB04-E52F-CB357C2FC0DF}"/>
              </a:ext>
            </a:extLst>
          </p:cNvPr>
          <p:cNvSpPr/>
          <p:nvPr/>
        </p:nvSpPr>
        <p:spPr>
          <a:xfrm>
            <a:off x="8459726" y="1967615"/>
            <a:ext cx="2354901" cy="246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① 도면·배치도·회로도와 동작·부품방향·결선 불일치</a:t>
            </a: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② 주회로(갈흑회)·보조회로(황) 굵기·색상 불일치</a:t>
            </a: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③ 외부배선이 단자대 거치지 않고 직접 접속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④ 배선불량으로 전기공급/동작 확인 불가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⑤ 보호도체(PE) 미결선 또는 녹-황 이외 색상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⑥ 컨트롤 박스 커버 미조립(내부 노출)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⑦ 배관오차 ±50mm 초과 3개소↑ / ±100mm 1개소↑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⑧ 기구-전선관 접속부 커넥터 미접속/불필요 접속</a:t>
            </a:r>
          </a:p>
          <a:p>
            <a:pPr>
              <a:spcBef>
                <a:spcPts val="200"/>
              </a:spcBef>
              <a:defRPr/>
            </a:pPr>
            <a:r>
              <a:rPr lang="ko-KR" altLang="en-US" sz="850">
                <a:solidFill>
                  <a:prstClr val="black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⑨ 기구 접속부 </a:t>
            </a:r>
            <a:r>
              <a:rPr lang="en-US" altLang="ko-KR" sz="850">
                <a:solidFill>
                  <a:prstClr val="black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300mm </a:t>
            </a:r>
            <a:r>
              <a:rPr lang="ko-KR" altLang="en-US" sz="850">
                <a:solidFill>
                  <a:prstClr val="black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이내 새들 고정 누락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⑩ 전선관·케이블을 말아서 배관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⑪ 단자대 결선순서 불일치(L1L2L3PE 등)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⑫ 한 단자에 전선 3가닥 이상 접속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⑬ 기구와 기구 사이로 수직 배선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⑭ 전기설비기술기준·KEC 미준수</a:t>
            </a:r>
          </a:p>
          <a:p>
            <a:pPr>
              <a:spcBef>
                <a:spcPts val="200"/>
              </a:spcBef>
              <a:defRPr/>
            </a:pPr>
            <a:r>
              <a:rPr lang="en-US" altLang="ko-KR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주회로 2.5SQ (L1갈·L2흑·L3회), </a:t>
            </a:r>
          </a:p>
          <a:p>
            <a:pPr>
              <a:spcBef>
                <a:spcPts val="200"/>
              </a:spcBef>
              <a:defRPr/>
            </a:pPr>
            <a:r>
              <a:rPr lang="en-US" altLang="ko-KR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보조 1.5SQ (황) · PE 불일치=즉시 실격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136" name="Text 41">
            <a:extLst>
              <a:ext uri="{FF2B5EF4-FFF2-40B4-BE49-F238E27FC236}">
                <a16:creationId xmlns:a16="http://schemas.microsoft.com/office/drawing/2014/main" id="{5F6A8C34-D8E5-03EF-5F10-A1065EB66377}"/>
              </a:ext>
            </a:extLst>
          </p:cNvPr>
          <p:cNvSpPr/>
          <p:nvPr/>
        </p:nvSpPr>
        <p:spPr>
          <a:xfrm>
            <a:off x="8679183" y="4434953"/>
            <a:ext cx="18428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ko-KR" altLang="en-US" sz="1100">
                <a:solidFill>
                  <a:srgbClr val="B3261E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현장 체크포인트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137" name="Text 60">
            <a:extLst>
              <a:ext uri="{FF2B5EF4-FFF2-40B4-BE49-F238E27FC236}">
                <a16:creationId xmlns:a16="http://schemas.microsoft.com/office/drawing/2014/main" id="{B88CE0E8-2479-BB58-EC14-DF326CE8223B}"/>
              </a:ext>
            </a:extLst>
          </p:cNvPr>
          <p:cNvSpPr/>
          <p:nvPr/>
        </p:nvSpPr>
        <p:spPr>
          <a:xfrm>
            <a:off x="8459726" y="4754995"/>
            <a:ext cx="2354901" cy="1892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FR 역할은 과제마다 다름 (</a:t>
            </a:r>
            <a:r>
              <a:rPr lang="ko-KR" altLang="en-US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도면 확인 필수</a:t>
            </a: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)</a:t>
            </a: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  경보용 / 교대운전 / 점멸용 / MC연동으로 상이</a:t>
            </a: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기구 접속부 300mm 이내 새들 필수 설치</a:t>
            </a: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단자대 접속부에는 커넥터 사용 금지</a:t>
            </a: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보호도체 색상 불일치 = 즉시 실격</a:t>
            </a: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퓨즈홀더에는 퓨즈 반드시 삽입</a:t>
            </a: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단자대 배치 순서가 유의사항과 다르면 실격 처리됨</a:t>
            </a: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8P 소켓은 타이머·릴레이·FR·FLS 구분 없이 </a:t>
            </a:r>
          </a:p>
          <a:p>
            <a:pPr>
              <a:spcBef>
                <a:spcPts val="1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  모두 동일 소켓 사용</a:t>
            </a: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전원 측 인출은 100mm, 피복 10mm 벗김</a:t>
            </a:r>
          </a:p>
          <a:p>
            <a:pPr>
              <a:spcBef>
                <a:spcPts val="4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   (배선 점검용, 통전시험 불가)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endParaRPr lang="en-US" altLang="ko-KR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pic>
        <p:nvPicPr>
          <p:cNvPr id="139" name="Image 10" descr="preencoded.png">
            <a:extLst>
              <a:ext uri="{FF2B5EF4-FFF2-40B4-BE49-F238E27FC236}">
                <a16:creationId xmlns:a16="http://schemas.microsoft.com/office/drawing/2014/main" id="{5F5D201D-72C0-152B-5476-58B20E3C32B8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38389" y="4504297"/>
            <a:ext cx="182880" cy="182880"/>
          </a:xfrm>
          <a:prstGeom prst="rect">
            <a:avLst/>
          </a:prstGeom>
        </p:spPr>
      </p:pic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0F382563-DE54-8A93-3EF0-FC87BFDF1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939167"/>
              </p:ext>
            </p:extLst>
          </p:nvPr>
        </p:nvGraphicFramePr>
        <p:xfrm>
          <a:off x="6277202" y="948867"/>
          <a:ext cx="2093595" cy="1158780"/>
        </p:xfrm>
        <a:graphic>
          <a:graphicData uri="http://schemas.openxmlformats.org/drawingml/2006/table">
            <a:tbl>
              <a:tblPr/>
              <a:tblGrid>
                <a:gridCol w="422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 </a:t>
                      </a:r>
                      <a:r>
                        <a:rPr lang="ko-KR" alt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도면검토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·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부품확인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·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넘버링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2 </a:t>
                      </a:r>
                      <a:r>
                        <a:rPr lang="ko-KR" alt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제어판 기구 배치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 </a:t>
                      </a: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단계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제어판 배선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 </a:t>
                      </a: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단계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외함 취부 제도(작도)</a:t>
                      </a:r>
                      <a:endParaRPr lang="en-US" altLang="ko-KR" sz="850">
                        <a:latin typeface="현대산스 Text" panose="020B0600000101010101" pitchFamily="34" charset="-127"/>
                        <a:ea typeface="현대산스 Text" panose="020B0600000101010101" pitchFamily="34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2007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5 </a:t>
                      </a: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단계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파이프 배관(전기공사)</a:t>
                      </a:r>
                      <a:endParaRPr lang="en-US" altLang="ko-KR" sz="850">
                        <a:latin typeface="현대산스 Text" panose="020B0600000101010101" pitchFamily="34" charset="-127"/>
                        <a:ea typeface="현대산스 Text" panose="020B0600000101010101" pitchFamily="34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340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6 </a:t>
                      </a: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단계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배선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387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7 </a:t>
                      </a: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단계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정리 및 완료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16050"/>
                  </a:ext>
                </a:extLst>
              </a:tr>
            </a:tbl>
          </a:graphicData>
        </a:graphic>
      </p:graphicFrame>
      <p:pic>
        <p:nvPicPr>
          <p:cNvPr id="102" name="Image 5" descr="preencoded.png">
            <a:extLst>
              <a:ext uri="{FF2B5EF4-FFF2-40B4-BE49-F238E27FC236}">
                <a16:creationId xmlns:a16="http://schemas.microsoft.com/office/drawing/2014/main" id="{B1B58DD0-BAE6-6992-8612-95702983866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2541" y="2834284"/>
            <a:ext cx="164592" cy="164592"/>
          </a:xfrm>
          <a:prstGeom prst="rect">
            <a:avLst/>
          </a:prstGeom>
        </p:spPr>
      </p:pic>
      <p:sp>
        <p:nvSpPr>
          <p:cNvPr id="103" name="Text 50">
            <a:extLst>
              <a:ext uri="{FF2B5EF4-FFF2-40B4-BE49-F238E27FC236}">
                <a16:creationId xmlns:a16="http://schemas.microsoft.com/office/drawing/2014/main" id="{AE4777B6-C6C3-9303-6300-5ABE283E1420}"/>
              </a:ext>
            </a:extLst>
          </p:cNvPr>
          <p:cNvSpPr/>
          <p:nvPr/>
        </p:nvSpPr>
        <p:spPr>
          <a:xfrm>
            <a:off x="4290060" y="2796519"/>
            <a:ext cx="14712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ko-KR" altLang="en-US" sz="1100" b="1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접점 기호 </a:t>
            </a:r>
            <a:r>
              <a:rPr lang="en-US" altLang="ko-KR" sz="1100" b="1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(a </a:t>
            </a:r>
            <a:r>
              <a:rPr lang="ko-KR" altLang="en-US" sz="1100" b="1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접점 기준</a:t>
            </a:r>
            <a:r>
              <a:rPr lang="en-US" altLang="ko-KR" sz="1100" b="1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)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104" name="Table 3">
            <a:extLst>
              <a:ext uri="{FF2B5EF4-FFF2-40B4-BE49-F238E27FC236}">
                <a16:creationId xmlns:a16="http://schemas.microsoft.com/office/drawing/2014/main" id="{13F9593C-9EDA-0841-5A51-35DBB0A41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405897"/>
              </p:ext>
            </p:extLst>
          </p:nvPr>
        </p:nvGraphicFramePr>
        <p:xfrm>
          <a:off x="3950606" y="3038622"/>
          <a:ext cx="2234294" cy="2202480"/>
        </p:xfrm>
        <a:graphic>
          <a:graphicData uri="http://schemas.openxmlformats.org/drawingml/2006/table">
            <a:tbl>
              <a:tblPr/>
              <a:tblGrid>
                <a:gridCol w="2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">
                  <a:extLst>
                    <a:ext uri="{9D8B030D-6E8A-4147-A177-3AD203B41FA5}">
                      <a16:colId xmlns:a16="http://schemas.microsoft.com/office/drawing/2014/main" val="3549499833"/>
                    </a:ext>
                  </a:extLst>
                </a:gridCol>
                <a:gridCol w="24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462">
                  <a:extLst>
                    <a:ext uri="{9D8B030D-6E8A-4147-A177-3AD203B41FA5}">
                      <a16:colId xmlns:a16="http://schemas.microsoft.com/office/drawing/2014/main" val="2094024226"/>
                    </a:ext>
                  </a:extLst>
                </a:gridCol>
                <a:gridCol w="693832">
                  <a:extLst>
                    <a:ext uri="{9D8B030D-6E8A-4147-A177-3AD203B41FA5}">
                      <a16:colId xmlns:a16="http://schemas.microsoft.com/office/drawing/2014/main" val="3665440377"/>
                    </a:ext>
                  </a:extLst>
                </a:gridCol>
              </a:tblGrid>
              <a:tr h="20154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수동</a:t>
                      </a:r>
                      <a:endParaRPr lang="en-US" altLang="ko-KR" sz="850" b="1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조작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수동복귀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KS (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나이프 스위치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</a:t>
                      </a: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 CS (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전환 스위치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5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자동복귀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PBS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54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자동</a:t>
                      </a:r>
                      <a:endParaRPr lang="en-US" altLang="ko-KR" sz="850" b="1" kern="120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조작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수동복귀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MCCB, EOCR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721493"/>
                  </a:ext>
                </a:extLst>
              </a:tr>
              <a:tr h="20154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자동복귀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MC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97117"/>
                  </a:ext>
                </a:extLst>
              </a:tr>
              <a:tr h="20154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한시</a:t>
                      </a:r>
                      <a:endParaRPr lang="en-US" altLang="ko-KR" sz="850" b="1" kern="120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한시동작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On-delay Timer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한시동작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/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순시복귀</a:t>
                      </a:r>
                      <a:endParaRPr lang="en-US" sz="8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8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Off-delay Timer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순시동작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/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한시복귀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7200" marR="72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54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한시복귀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54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순시</a:t>
                      </a:r>
                      <a:endParaRPr lang="en-US" altLang="ko-KR" sz="850" b="1" kern="120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순시동작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368465"/>
                  </a:ext>
                </a:extLst>
              </a:tr>
              <a:tr h="20154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순시복귀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600704"/>
                  </a:ext>
                </a:extLst>
              </a:tr>
              <a:tr h="405135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수동 조작</a:t>
                      </a:r>
                      <a:endParaRPr lang="en-US" altLang="ko-KR" sz="850" b="1" kern="120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잔류 접점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altLang="ko-KR" sz="850" kern="1200">
                          <a:solidFill>
                            <a:schemeClr val="tx1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SS (</a:t>
                      </a:r>
                      <a:r>
                        <a:rPr lang="ko-KR" altLang="en-US" sz="850" kern="1200">
                          <a:solidFill>
                            <a:schemeClr val="tx1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셀렉트 스위치</a:t>
                      </a:r>
                      <a:r>
                        <a:rPr lang="en-US" altLang="ko-KR" sz="850" kern="1200">
                          <a:solidFill>
                            <a:schemeClr val="tx1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</a:t>
                      </a:r>
                    </a:p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altLang="ko-KR" sz="850" kern="1200">
                          <a:solidFill>
                            <a:schemeClr val="tx1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ES (</a:t>
                      </a:r>
                      <a:r>
                        <a:rPr lang="ko-KR" altLang="en-US" sz="850" kern="1200">
                          <a:solidFill>
                            <a:schemeClr val="tx1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비상 스위치</a:t>
                      </a:r>
                      <a:r>
                        <a:rPr lang="en-US" altLang="ko-KR" sz="850" kern="1200">
                          <a:solidFill>
                            <a:schemeClr val="tx1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</a:t>
                      </a:r>
                    </a:p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ko-KR" altLang="en-US" sz="850" kern="1200">
                          <a:solidFill>
                            <a:schemeClr val="tx1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토글 스위치</a:t>
                      </a:r>
                      <a:endParaRPr lang="en-US" sz="850" kern="1200" dirty="0">
                        <a:solidFill>
                          <a:schemeClr val="tx1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947286"/>
                  </a:ext>
                </a:extLst>
              </a:tr>
            </a:tbl>
          </a:graphicData>
        </a:graphic>
      </p:graphicFrame>
      <p:pic>
        <p:nvPicPr>
          <p:cNvPr id="106" name="그림 105">
            <a:extLst>
              <a:ext uri="{FF2B5EF4-FFF2-40B4-BE49-F238E27FC236}">
                <a16:creationId xmlns:a16="http://schemas.microsoft.com/office/drawing/2014/main" id="{0CB55A81-4467-E198-6E12-CD7A23FBFE7C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4635" y="3189726"/>
            <a:ext cx="153195" cy="278952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ADE63AB5-2276-6F51-76BD-9E117735B582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6099" y="3214513"/>
            <a:ext cx="149017" cy="253329"/>
          </a:xfrm>
          <a:prstGeom prst="rect">
            <a:avLst/>
          </a:prstGeom>
        </p:spPr>
      </p:pic>
      <p:pic>
        <p:nvPicPr>
          <p:cNvPr id="112" name="그림 111">
            <a:extLst>
              <a:ext uri="{FF2B5EF4-FFF2-40B4-BE49-F238E27FC236}">
                <a16:creationId xmlns:a16="http://schemas.microsoft.com/office/drawing/2014/main" id="{F02A87AF-C129-A15A-6DE5-8DE5BA59B824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75000"/>
          </a:blip>
          <a:stretch>
            <a:fillRect/>
          </a:stretch>
        </p:blipFill>
        <p:spPr>
          <a:xfrm>
            <a:off x="5711232" y="4852220"/>
            <a:ext cx="243988" cy="351162"/>
          </a:xfrm>
          <a:prstGeom prst="rect">
            <a:avLst/>
          </a:prstGeom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A2140FAD-0212-86C4-F0A1-F7DF5D853E75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E2DED1"/>
              </a:clrFrom>
              <a:clrTo>
                <a:srgbClr val="E2DED1">
                  <a:alpha val="0"/>
                </a:srgbClr>
              </a:clrTo>
            </a:clrChange>
            <a:biLevel thresh="75000"/>
          </a:blip>
          <a:stretch>
            <a:fillRect/>
          </a:stretch>
        </p:blipFill>
        <p:spPr>
          <a:xfrm>
            <a:off x="5650964" y="4035628"/>
            <a:ext cx="247659" cy="300445"/>
          </a:xfrm>
          <a:prstGeom prst="rect">
            <a:avLst/>
          </a:prstGeom>
        </p:spPr>
      </p:pic>
      <p:pic>
        <p:nvPicPr>
          <p:cNvPr id="116" name="그림 115">
            <a:extLst>
              <a:ext uri="{FF2B5EF4-FFF2-40B4-BE49-F238E27FC236}">
                <a16:creationId xmlns:a16="http://schemas.microsoft.com/office/drawing/2014/main" id="{75DF0B43-5A63-4944-A3E8-1B6F54071163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E2DED1"/>
              </a:clrFrom>
              <a:clrTo>
                <a:srgbClr val="E2DED1">
                  <a:alpha val="0"/>
                </a:srgbClr>
              </a:clrTo>
            </a:clrChange>
            <a:biLevel thresh="75000"/>
          </a:blip>
          <a:stretch>
            <a:fillRect/>
          </a:stretch>
        </p:blipFill>
        <p:spPr>
          <a:xfrm>
            <a:off x="5740737" y="4016578"/>
            <a:ext cx="357799" cy="316970"/>
          </a:xfrm>
          <a:prstGeom prst="rect">
            <a:avLst/>
          </a:prstGeom>
        </p:spPr>
      </p:pic>
      <p:pic>
        <p:nvPicPr>
          <p:cNvPr id="118" name="그림 117">
            <a:extLst>
              <a:ext uri="{FF2B5EF4-FFF2-40B4-BE49-F238E27FC236}">
                <a16:creationId xmlns:a16="http://schemas.microsoft.com/office/drawing/2014/main" id="{428F511E-C0E2-37F3-B513-14A839E0A6F2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E2DED1"/>
              </a:clrFrom>
              <a:clrTo>
                <a:srgbClr val="E2DED1">
                  <a:alpha val="0"/>
                </a:srgbClr>
              </a:clrTo>
            </a:clrChange>
            <a:biLevel thresh="75000"/>
          </a:blip>
          <a:stretch>
            <a:fillRect/>
          </a:stretch>
        </p:blipFill>
        <p:spPr>
          <a:xfrm rot="5400000">
            <a:off x="5777400" y="3693239"/>
            <a:ext cx="315220" cy="182264"/>
          </a:xfrm>
          <a:prstGeom prst="rect">
            <a:avLst/>
          </a:prstGeom>
        </p:spPr>
      </p:pic>
      <p:grpSp>
        <p:nvGrpSpPr>
          <p:cNvPr id="78" name="그룹 77">
            <a:extLst>
              <a:ext uri="{FF2B5EF4-FFF2-40B4-BE49-F238E27FC236}">
                <a16:creationId xmlns:a16="http://schemas.microsoft.com/office/drawing/2014/main" id="{A1F6EA3D-966C-E1C7-BF5F-F9253AF43F16}"/>
              </a:ext>
            </a:extLst>
          </p:cNvPr>
          <p:cNvGrpSpPr/>
          <p:nvPr/>
        </p:nvGrpSpPr>
        <p:grpSpPr>
          <a:xfrm>
            <a:off x="5650962" y="3626761"/>
            <a:ext cx="182264" cy="315220"/>
            <a:chOff x="5650962" y="3759672"/>
            <a:chExt cx="182264" cy="315220"/>
          </a:xfrm>
        </p:grpSpPr>
        <p:pic>
          <p:nvPicPr>
            <p:cNvPr id="119" name="그림 118">
              <a:extLst>
                <a:ext uri="{FF2B5EF4-FFF2-40B4-BE49-F238E27FC236}">
                  <a16:creationId xmlns:a16="http://schemas.microsoft.com/office/drawing/2014/main" id="{736D0DB1-E896-C522-9F9C-9F64C365B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E2DED1"/>
                </a:clrFrom>
                <a:clrTo>
                  <a:srgbClr val="E2DED1">
                    <a:alpha val="0"/>
                  </a:srgbClr>
                </a:clrTo>
              </a:clrChange>
              <a:biLevel thresh="75000"/>
            </a:blip>
            <a:stretch>
              <a:fillRect/>
            </a:stretch>
          </p:blipFill>
          <p:spPr>
            <a:xfrm rot="5400000">
              <a:off x="5584484" y="3826150"/>
              <a:ext cx="315220" cy="182264"/>
            </a:xfrm>
            <a:prstGeom prst="rect">
              <a:avLst/>
            </a:prstGeom>
          </p:spPr>
        </p:pic>
        <p:grpSp>
          <p:nvGrpSpPr>
            <p:cNvPr id="125" name="그룹 124">
              <a:extLst>
                <a:ext uri="{FF2B5EF4-FFF2-40B4-BE49-F238E27FC236}">
                  <a16:creationId xmlns:a16="http://schemas.microsoft.com/office/drawing/2014/main" id="{51A74175-57F2-35F8-225E-726CCA2C3705}"/>
                </a:ext>
              </a:extLst>
            </p:cNvPr>
            <p:cNvGrpSpPr/>
            <p:nvPr/>
          </p:nvGrpSpPr>
          <p:grpSpPr>
            <a:xfrm>
              <a:off x="5714750" y="3901591"/>
              <a:ext cx="78791" cy="50429"/>
              <a:chOff x="5836985" y="3987720"/>
              <a:chExt cx="78791" cy="50429"/>
            </a:xfrm>
          </p:grpSpPr>
          <p:cxnSp>
            <p:nvCxnSpPr>
              <p:cNvPr id="121" name="직선 연결선 120">
                <a:extLst>
                  <a:ext uri="{FF2B5EF4-FFF2-40B4-BE49-F238E27FC236}">
                    <a16:creationId xmlns:a16="http://schemas.microsoft.com/office/drawing/2014/main" id="{0269E0B2-9F1F-2140-A715-4CBE36B6C8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6985" y="3987720"/>
                <a:ext cx="78791" cy="5042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>
                <a:extLst>
                  <a:ext uri="{FF2B5EF4-FFF2-40B4-BE49-F238E27FC236}">
                    <a16:creationId xmlns:a16="http://schemas.microsoft.com/office/drawing/2014/main" id="{9740F6EB-685D-3D00-A67F-B93F4C2D8F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36985" y="3987720"/>
                <a:ext cx="78791" cy="5042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Text 44">
            <a:extLst>
              <a:ext uri="{FF2B5EF4-FFF2-40B4-BE49-F238E27FC236}">
                <a16:creationId xmlns:a16="http://schemas.microsoft.com/office/drawing/2014/main" id="{C38A9BA7-C0E4-C357-431B-16FAD093D891}"/>
              </a:ext>
            </a:extLst>
          </p:cNvPr>
          <p:cNvSpPr/>
          <p:nvPr/>
        </p:nvSpPr>
        <p:spPr>
          <a:xfrm>
            <a:off x="6257406" y="6420672"/>
            <a:ext cx="2218163" cy="305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ts val="200"/>
              </a:spcBef>
              <a:defRPr/>
            </a:pPr>
            <a:r>
              <a:rPr lang="ko-KR" altLang="en-US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여자 된다 </a:t>
            </a:r>
            <a:r>
              <a:rPr lang="en-US" altLang="ko-KR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– </a:t>
            </a:r>
            <a:r>
              <a:rPr lang="ko-KR" altLang="en-US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코일이 전자석이 된다</a:t>
            </a:r>
            <a:endParaRPr lang="en-US" altLang="ko-KR" sz="850" i="1">
              <a:solidFill>
                <a:srgbClr val="B3261E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>
              <a:spcBef>
                <a:spcPts val="200"/>
              </a:spcBef>
              <a:defRPr/>
            </a:pPr>
            <a:r>
              <a:rPr lang="ko-KR" altLang="en-US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소자 된다 </a:t>
            </a:r>
            <a:r>
              <a:rPr lang="en-US" altLang="ko-KR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– </a:t>
            </a:r>
            <a:r>
              <a:rPr lang="ko-KR" altLang="en-US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코일이 전자석의 기능을 잃는다</a:t>
            </a:r>
            <a:endParaRPr lang="en-US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CA7B51-611B-AEA0-7B1C-FC8A7A779941}"/>
              </a:ext>
            </a:extLst>
          </p:cNvPr>
          <p:cNvSpPr txBox="1"/>
          <p:nvPr/>
        </p:nvSpPr>
        <p:spPr>
          <a:xfrm>
            <a:off x="5441100" y="3141556"/>
            <a:ext cx="3143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수동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복귀</a:t>
            </a:r>
            <a:endParaRPr lang="ko-KR" altLang="en-US" sz="6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7FC1F3-0B90-8DEF-44C5-61340DB6C263}"/>
              </a:ext>
            </a:extLst>
          </p:cNvPr>
          <p:cNvSpPr txBox="1"/>
          <p:nvPr/>
        </p:nvSpPr>
        <p:spPr>
          <a:xfrm>
            <a:off x="5935941" y="3141556"/>
            <a:ext cx="3143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자동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복귀</a:t>
            </a:r>
            <a:endParaRPr lang="ko-KR" altLang="en-US" sz="60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482FF62-CB9B-006C-09AE-7F31CB32DCED}"/>
              </a:ext>
            </a:extLst>
          </p:cNvPr>
          <p:cNvSpPr txBox="1"/>
          <p:nvPr/>
        </p:nvSpPr>
        <p:spPr>
          <a:xfrm>
            <a:off x="5441100" y="3584885"/>
            <a:ext cx="3143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수동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복귀</a:t>
            </a:r>
            <a:endParaRPr lang="ko-KR" altLang="en-US" sz="6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357F41-7523-22DA-EBB4-DB576C19D3A5}"/>
              </a:ext>
            </a:extLst>
          </p:cNvPr>
          <p:cNvSpPr txBox="1"/>
          <p:nvPr/>
        </p:nvSpPr>
        <p:spPr>
          <a:xfrm>
            <a:off x="5935941" y="3584885"/>
            <a:ext cx="3143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자동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복귀</a:t>
            </a:r>
            <a:endParaRPr lang="ko-KR" altLang="en-US" sz="6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725F54C-4173-35F1-9B07-5DF0FFFF44D3}"/>
              </a:ext>
            </a:extLst>
          </p:cNvPr>
          <p:cNvSpPr txBox="1"/>
          <p:nvPr/>
        </p:nvSpPr>
        <p:spPr>
          <a:xfrm>
            <a:off x="5441100" y="3972306"/>
            <a:ext cx="3143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한시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동작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F4C1BE-3A94-4265-DEAB-0D6B5B7840FD}"/>
              </a:ext>
            </a:extLst>
          </p:cNvPr>
          <p:cNvSpPr txBox="1"/>
          <p:nvPr/>
        </p:nvSpPr>
        <p:spPr>
          <a:xfrm>
            <a:off x="5935941" y="3972306"/>
            <a:ext cx="3143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한시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복귀</a:t>
            </a:r>
            <a:endParaRPr lang="ko-KR" altLang="en-US" sz="600"/>
          </a:p>
        </p:txBody>
      </p:sp>
      <p:pic>
        <p:nvPicPr>
          <p:cNvPr id="72" name="Image 5" descr="preencoded.png">
            <a:extLst>
              <a:ext uri="{FF2B5EF4-FFF2-40B4-BE49-F238E27FC236}">
                <a16:creationId xmlns:a16="http://schemas.microsoft.com/office/drawing/2014/main" id="{4017393A-6CA0-0FF5-EE45-2DBC7D8AA82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0226" y="728160"/>
            <a:ext cx="164592" cy="164592"/>
          </a:xfrm>
          <a:prstGeom prst="rect">
            <a:avLst/>
          </a:prstGeom>
        </p:spPr>
      </p:pic>
      <p:sp>
        <p:nvSpPr>
          <p:cNvPr id="73" name="Text 50">
            <a:extLst>
              <a:ext uri="{FF2B5EF4-FFF2-40B4-BE49-F238E27FC236}">
                <a16:creationId xmlns:a16="http://schemas.microsoft.com/office/drawing/2014/main" id="{718A6D65-F810-4BB0-4BF3-1AFE24E00685}"/>
              </a:ext>
            </a:extLst>
          </p:cNvPr>
          <p:cNvSpPr/>
          <p:nvPr/>
        </p:nvSpPr>
        <p:spPr>
          <a:xfrm>
            <a:off x="11104245" y="674206"/>
            <a:ext cx="915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ko-KR" altLang="en-US" sz="1100" b="1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기기</a:t>
            </a:r>
            <a:r>
              <a:rPr lang="en-US" altLang="ko-KR" sz="1100" b="1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/</a:t>
            </a:r>
            <a:r>
              <a:rPr lang="ko-KR" altLang="en-US" sz="1100" b="1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장치 기호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BE219E54-BBCE-C35D-0688-4E9ECDAF22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642648"/>
              </p:ext>
            </p:extLst>
          </p:nvPr>
        </p:nvGraphicFramePr>
        <p:xfrm>
          <a:off x="10828291" y="941463"/>
          <a:ext cx="1265098" cy="2814180"/>
        </p:xfrm>
        <a:graphic>
          <a:graphicData uri="http://schemas.openxmlformats.org/drawingml/2006/table">
            <a:tbl>
              <a:tblPr/>
              <a:tblGrid>
                <a:gridCol w="332768">
                  <a:extLst>
                    <a:ext uri="{9D8B030D-6E8A-4147-A177-3AD203B41FA5}">
                      <a16:colId xmlns:a16="http://schemas.microsoft.com/office/drawing/2014/main" val="3549499833"/>
                    </a:ext>
                  </a:extLst>
                </a:gridCol>
                <a:gridCol w="932330">
                  <a:extLst>
                    <a:ext uri="{9D8B030D-6E8A-4147-A177-3AD203B41FA5}">
                      <a16:colId xmlns:a16="http://schemas.microsoft.com/office/drawing/2014/main" val="2094024226"/>
                    </a:ext>
                  </a:extLst>
                </a:gridCol>
              </a:tblGrid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EX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여자기 </a:t>
                      </a: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Exciter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G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발전기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M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전동기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721493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CT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변류기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Current TR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97117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변압기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PT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계기용 변압기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RF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정류기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Rectifier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065194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OCR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과전류 계전기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98450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OVR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과전압 계전기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811289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THR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열동 계전기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485380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TDR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한시 계전기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52955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PF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역률계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780680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TH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온도계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503088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WH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전력량계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774320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DS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단로기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936615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BL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벨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, 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송풍기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229338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PL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파일롯 램프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15484"/>
                  </a:ext>
                </a:extLst>
              </a:tr>
            </a:tbl>
          </a:graphicData>
        </a:graphic>
      </p:graphicFrame>
      <p:pic>
        <p:nvPicPr>
          <p:cNvPr id="75" name="Image 5" descr="preencoded.png">
            <a:extLst>
              <a:ext uri="{FF2B5EF4-FFF2-40B4-BE49-F238E27FC236}">
                <a16:creationId xmlns:a16="http://schemas.microsoft.com/office/drawing/2014/main" id="{109057D9-6D84-B0E2-90C0-E3DE3C7947F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0226" y="3919386"/>
            <a:ext cx="164592" cy="164592"/>
          </a:xfrm>
          <a:prstGeom prst="rect">
            <a:avLst/>
          </a:prstGeom>
        </p:spPr>
      </p:pic>
      <p:sp>
        <p:nvSpPr>
          <p:cNvPr id="76" name="Text 50">
            <a:extLst>
              <a:ext uri="{FF2B5EF4-FFF2-40B4-BE49-F238E27FC236}">
                <a16:creationId xmlns:a16="http://schemas.microsoft.com/office/drawing/2014/main" id="{F41951F3-C0FE-E4C9-A0E5-C50123B03A30}"/>
              </a:ext>
            </a:extLst>
          </p:cNvPr>
          <p:cNvSpPr/>
          <p:nvPr/>
        </p:nvSpPr>
        <p:spPr>
          <a:xfrm>
            <a:off x="11104245" y="3865432"/>
            <a:ext cx="915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ko-KR" altLang="en-US" sz="1100" b="1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기능 기호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77" name="Table 3">
            <a:extLst>
              <a:ext uri="{FF2B5EF4-FFF2-40B4-BE49-F238E27FC236}">
                <a16:creationId xmlns:a16="http://schemas.microsoft.com/office/drawing/2014/main" id="{9ED08417-14F4-B6B7-E284-60E9723AD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840975"/>
              </p:ext>
            </p:extLst>
          </p:nvPr>
        </p:nvGraphicFramePr>
        <p:xfrm>
          <a:off x="10828291" y="4132689"/>
          <a:ext cx="1265098" cy="1655400"/>
        </p:xfrm>
        <a:graphic>
          <a:graphicData uri="http://schemas.openxmlformats.org/drawingml/2006/table">
            <a:tbl>
              <a:tblPr/>
              <a:tblGrid>
                <a:gridCol w="332768">
                  <a:extLst>
                    <a:ext uri="{9D8B030D-6E8A-4147-A177-3AD203B41FA5}">
                      <a16:colId xmlns:a16="http://schemas.microsoft.com/office/drawing/2014/main" val="3549499833"/>
                    </a:ext>
                  </a:extLst>
                </a:gridCol>
                <a:gridCol w="932330">
                  <a:extLst>
                    <a:ext uri="{9D8B030D-6E8A-4147-A177-3AD203B41FA5}">
                      <a16:colId xmlns:a16="http://schemas.microsoft.com/office/drawing/2014/main" val="20940242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A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가속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.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증속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AUT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자동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Automatic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AUX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보조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Auxiliary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721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시동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Start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97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STP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정지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Stop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EM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비상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Emergency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IL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인터록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Interlocking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065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MA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수동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Manual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98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SET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세트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811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RST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복귀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Reset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52955"/>
                  </a:ext>
                </a:extLst>
              </a:tr>
            </a:tbl>
          </a:graphicData>
        </a:graphic>
      </p:graphicFrame>
      <p:pic>
        <p:nvPicPr>
          <p:cNvPr id="81" name="그림 80">
            <a:extLst>
              <a:ext uri="{FF2B5EF4-FFF2-40B4-BE49-F238E27FC236}">
                <a16:creationId xmlns:a16="http://schemas.microsoft.com/office/drawing/2014/main" id="{147C433E-0054-A05F-86D1-DDEF0ABCC37D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E2DED1"/>
              </a:clrFrom>
              <a:clrTo>
                <a:srgbClr val="E2DED1">
                  <a:alpha val="0"/>
                </a:srgbClr>
              </a:clrTo>
            </a:clrChange>
            <a:biLevel thresh="75000"/>
          </a:blip>
          <a:stretch>
            <a:fillRect/>
          </a:stretch>
        </p:blipFill>
        <p:spPr>
          <a:xfrm>
            <a:off x="5650964" y="4440441"/>
            <a:ext cx="247659" cy="300445"/>
          </a:xfrm>
          <a:prstGeom prst="rect">
            <a:avLst/>
          </a:prstGeom>
        </p:spPr>
      </p:pic>
      <p:pic>
        <p:nvPicPr>
          <p:cNvPr id="82" name="그림 81">
            <a:extLst>
              <a:ext uri="{FF2B5EF4-FFF2-40B4-BE49-F238E27FC236}">
                <a16:creationId xmlns:a16="http://schemas.microsoft.com/office/drawing/2014/main" id="{5FF37EC5-3A7E-00D1-F1DA-E4D98EB06C2D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E2DED1"/>
              </a:clrFrom>
              <a:clrTo>
                <a:srgbClr val="E2DED1">
                  <a:alpha val="0"/>
                </a:srgbClr>
              </a:clrTo>
            </a:clrChange>
            <a:biLevel thresh="75000"/>
          </a:blip>
          <a:stretch>
            <a:fillRect/>
          </a:stretch>
        </p:blipFill>
        <p:spPr>
          <a:xfrm>
            <a:off x="5740737" y="4421391"/>
            <a:ext cx="357799" cy="316970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BC6B8BD1-F1FD-EF9F-5168-6F3407FE5E10}"/>
              </a:ext>
            </a:extLst>
          </p:cNvPr>
          <p:cNvSpPr txBox="1"/>
          <p:nvPr/>
        </p:nvSpPr>
        <p:spPr>
          <a:xfrm>
            <a:off x="5441100" y="4377119"/>
            <a:ext cx="3143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순시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동작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479DAB6-0C73-A93E-524A-E9CDC9DCA08B}"/>
              </a:ext>
            </a:extLst>
          </p:cNvPr>
          <p:cNvSpPr txBox="1"/>
          <p:nvPr/>
        </p:nvSpPr>
        <p:spPr>
          <a:xfrm>
            <a:off x="5935941" y="4377119"/>
            <a:ext cx="3143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순시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복귀</a:t>
            </a:r>
            <a:endParaRPr lang="ko-KR" altLang="en-US" sz="600"/>
          </a:p>
        </p:txBody>
      </p:sp>
      <p:sp>
        <p:nvSpPr>
          <p:cNvPr id="86" name="이등변 삼각형 85">
            <a:extLst>
              <a:ext uri="{FF2B5EF4-FFF2-40B4-BE49-F238E27FC236}">
                <a16:creationId xmlns:a16="http://schemas.microsoft.com/office/drawing/2014/main" id="{044E2A1E-89C8-F5FE-5693-3DB392B7BF49}"/>
              </a:ext>
            </a:extLst>
          </p:cNvPr>
          <p:cNvSpPr/>
          <p:nvPr/>
        </p:nvSpPr>
        <p:spPr>
          <a:xfrm rot="5400000">
            <a:off x="5800651" y="4571850"/>
            <a:ext cx="45719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이등변 삼각형 86">
            <a:extLst>
              <a:ext uri="{FF2B5EF4-FFF2-40B4-BE49-F238E27FC236}">
                <a16:creationId xmlns:a16="http://schemas.microsoft.com/office/drawing/2014/main" id="{50F255F0-FC5C-C24E-82F5-CBC0B8963EF6}"/>
              </a:ext>
            </a:extLst>
          </p:cNvPr>
          <p:cNvSpPr/>
          <p:nvPr/>
        </p:nvSpPr>
        <p:spPr>
          <a:xfrm rot="16200000" flipH="1">
            <a:off x="5921394" y="4567088"/>
            <a:ext cx="45719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 44">
            <a:extLst>
              <a:ext uri="{FF2B5EF4-FFF2-40B4-BE49-F238E27FC236}">
                <a16:creationId xmlns:a16="http://schemas.microsoft.com/office/drawing/2014/main" id="{BC848B7A-1970-C91A-9767-99AB73D5AFFC}"/>
              </a:ext>
            </a:extLst>
          </p:cNvPr>
          <p:cNvSpPr/>
          <p:nvPr/>
        </p:nvSpPr>
        <p:spPr>
          <a:xfrm>
            <a:off x="3959557" y="6420672"/>
            <a:ext cx="2218163" cy="305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ts val="200"/>
              </a:spcBef>
              <a:defRPr/>
            </a:pPr>
            <a:r>
              <a:rPr lang="ko-KR" altLang="en-US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한시 </a:t>
            </a:r>
            <a:r>
              <a:rPr lang="en-US" altLang="ko-KR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– </a:t>
            </a:r>
            <a:r>
              <a:rPr lang="ko-KR" altLang="en-US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설정된 시간 까지 대기 후 동작</a:t>
            </a:r>
            <a:endParaRPr lang="en-US" altLang="ko-KR" sz="850" i="1">
              <a:solidFill>
                <a:srgbClr val="B3261E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>
              <a:spcBef>
                <a:spcPts val="200"/>
              </a:spcBef>
              <a:defRPr/>
            </a:pPr>
            <a:r>
              <a:rPr lang="ko-KR" altLang="en-US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순시 </a:t>
            </a:r>
            <a:r>
              <a:rPr lang="en-US" altLang="ko-KR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– </a:t>
            </a:r>
            <a:r>
              <a:rPr lang="ko-KR" altLang="en-US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바로 동작</a:t>
            </a:r>
            <a:endParaRPr lang="en-US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D167A794-3498-B222-B3FB-48E524925D7A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2400" b="1" dirty="0">
                <a:solidFill>
                  <a:srgbClr val="FFFFFF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치트키 [</a:t>
            </a:r>
            <a:r>
              <a:rPr lang="ko-KR" altLang="en-US" sz="2400" b="1" dirty="0">
                <a:solidFill>
                  <a:srgbClr val="FFFFFF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기본 지식</a:t>
            </a:r>
            <a:r>
              <a:rPr lang="en-US" altLang="ko-KR" sz="2400" b="1" dirty="0">
                <a:solidFill>
                  <a:srgbClr val="FFFFFF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]</a:t>
            </a:r>
            <a:endParaRPr lang="en-US" sz="12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59" name="Text 104">
            <a:extLst>
              <a:ext uri="{FF2B5EF4-FFF2-40B4-BE49-F238E27FC236}">
                <a16:creationId xmlns:a16="http://schemas.microsoft.com/office/drawing/2014/main" id="{C5B47900-2F5C-43FE-3E85-22D6A1B29EB7}"/>
              </a:ext>
            </a:extLst>
          </p:cNvPr>
          <p:cNvSpPr/>
          <p:nvPr/>
        </p:nvSpPr>
        <p:spPr>
          <a:xfrm>
            <a:off x="9845675" y="660196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/>
            </a:pPr>
            <a:r>
              <a:rPr lang="en-US" sz="7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lang="en-US" sz="75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lang="en-US" sz="7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5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D7E0B9BB-3D68-A94A-1E29-4F793105612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7641" y="3078624"/>
            <a:ext cx="102563" cy="11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44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878B9-1ECE-9D1D-6FA4-46AE1FEF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2" name="Table 3">
            <a:extLst>
              <a:ext uri="{FF2B5EF4-FFF2-40B4-BE49-F238E27FC236}">
                <a16:creationId xmlns:a16="http://schemas.microsoft.com/office/drawing/2014/main" id="{270DB734-8811-986A-439E-D1DD759C0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84"/>
              </p:ext>
            </p:extLst>
          </p:nvPr>
        </p:nvGraphicFramePr>
        <p:xfrm>
          <a:off x="149651" y="2329839"/>
          <a:ext cx="6235651" cy="4388676"/>
        </p:xfrm>
        <a:graphic>
          <a:graphicData uri="http://schemas.openxmlformats.org/drawingml/2006/table">
            <a:tbl>
              <a:tblPr/>
              <a:tblGrid>
                <a:gridCol w="457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166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21943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EOCR</a:t>
                      </a:r>
                      <a:endParaRPr lang="en-US" altLang="ko-KR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ko-KR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721493"/>
                  </a:ext>
                </a:extLst>
              </a:tr>
              <a:tr h="21943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</a:t>
                      </a:r>
                      <a:endParaRPr lang="en-US" altLang="ko-KR" sz="9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334890"/>
                  </a:ext>
                </a:extLst>
              </a:tr>
            </a:tbl>
          </a:graphicData>
        </a:graphic>
      </p:graphicFrame>
      <p:sp>
        <p:nvSpPr>
          <p:cNvPr id="2" name="Shape 0">
            <a:extLst>
              <a:ext uri="{FF2B5EF4-FFF2-40B4-BE49-F238E27FC236}">
                <a16:creationId xmlns:a16="http://schemas.microsoft.com/office/drawing/2014/main" id="{ABDC0866-CFD0-55E9-08F4-52A13FA6DBDF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576238-F68E-1409-9A9B-80BCB874874A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19E9F640-1B43-FA25-E2FC-9719BC153AF6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치트키 [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넘버링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– 1/2]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aphicFrame>
        <p:nvGraphicFramePr>
          <p:cNvPr id="54" name="Table 3">
            <a:extLst>
              <a:ext uri="{FF2B5EF4-FFF2-40B4-BE49-F238E27FC236}">
                <a16:creationId xmlns:a16="http://schemas.microsoft.com/office/drawing/2014/main" id="{0829D8F9-C31E-03FF-DD0F-E1B06CE33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645871"/>
              </p:ext>
            </p:extLst>
          </p:nvPr>
        </p:nvGraphicFramePr>
        <p:xfrm>
          <a:off x="6723530" y="856198"/>
          <a:ext cx="5254786" cy="5745768"/>
        </p:xfrm>
        <a:graphic>
          <a:graphicData uri="http://schemas.openxmlformats.org/drawingml/2006/table">
            <a:tbl>
              <a:tblPr/>
              <a:tblGrid>
                <a:gridCol w="558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6578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18774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릴레이</a:t>
                      </a:r>
                      <a:endParaRPr lang="en-US" altLang="ko-KR" sz="1000" b="1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(X)</a:t>
                      </a:r>
                      <a:endParaRPr lang="en-US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08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타이머</a:t>
                      </a:r>
                      <a:endParaRPr lang="en-US" altLang="ko-KR" sz="1000" b="1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(T)</a:t>
                      </a:r>
                      <a:endParaRPr lang="en-US" altLang="ko-KR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ko-KR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721493"/>
                  </a:ext>
                </a:extLst>
              </a:tr>
              <a:tr h="18774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 err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플리커</a:t>
                      </a:r>
                      <a:endParaRPr lang="en-US" altLang="ko-KR" sz="1000" b="1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릴레이</a:t>
                      </a:r>
                      <a:endParaRPr lang="en-US" altLang="ko-KR" sz="1000" b="1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(FR)</a:t>
                      </a:r>
                      <a:endParaRPr lang="en-US" altLang="ko-KR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334890"/>
                  </a:ext>
                </a:extLst>
              </a:tr>
            </a:tbl>
          </a:graphicData>
        </a:graphic>
      </p:graphicFrame>
      <p:pic>
        <p:nvPicPr>
          <p:cNvPr id="124" name="그림 123">
            <a:extLst>
              <a:ext uri="{FF2B5EF4-FFF2-40B4-BE49-F238E27FC236}">
                <a16:creationId xmlns:a16="http://schemas.microsoft.com/office/drawing/2014/main" id="{5F8C121B-3472-68EE-BFCC-2C42AA3947A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6743" y="5295061"/>
            <a:ext cx="794943" cy="917693"/>
          </a:xfrm>
          <a:prstGeom prst="rect">
            <a:avLst/>
          </a:prstGeom>
        </p:spPr>
      </p:pic>
      <p:pic>
        <p:nvPicPr>
          <p:cNvPr id="130" name="그림 129">
            <a:extLst>
              <a:ext uri="{FF2B5EF4-FFF2-40B4-BE49-F238E27FC236}">
                <a16:creationId xmlns:a16="http://schemas.microsoft.com/office/drawing/2014/main" id="{BCC17C89-B112-2A35-644B-AD4EF653309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8825" y="4187029"/>
            <a:ext cx="670986" cy="794860"/>
          </a:xfrm>
          <a:prstGeom prst="rect">
            <a:avLst/>
          </a:prstGeom>
        </p:spPr>
      </p:pic>
      <p:pic>
        <p:nvPicPr>
          <p:cNvPr id="132" name="그림 131">
            <a:extLst>
              <a:ext uri="{FF2B5EF4-FFF2-40B4-BE49-F238E27FC236}">
                <a16:creationId xmlns:a16="http://schemas.microsoft.com/office/drawing/2014/main" id="{D40C356F-1710-3F69-541C-F4B736CBCBEB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6743" y="2575837"/>
            <a:ext cx="857261" cy="980229"/>
          </a:xfrm>
          <a:prstGeom prst="rect">
            <a:avLst/>
          </a:prstGeom>
        </p:spPr>
      </p:pic>
      <p:sp>
        <p:nvSpPr>
          <p:cNvPr id="3" name="Text 104">
            <a:extLst>
              <a:ext uri="{FF2B5EF4-FFF2-40B4-BE49-F238E27FC236}">
                <a16:creationId xmlns:a16="http://schemas.microsoft.com/office/drawing/2014/main" id="{8F822C06-BDA6-129F-BB4D-763EAA65C364}"/>
              </a:ext>
            </a:extLst>
          </p:cNvPr>
          <p:cNvSpPr/>
          <p:nvPr/>
        </p:nvSpPr>
        <p:spPr>
          <a:xfrm>
            <a:off x="9845675" y="658403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7" name="사각형: 둥근 모서리 956">
            <a:extLst>
              <a:ext uri="{FF2B5EF4-FFF2-40B4-BE49-F238E27FC236}">
                <a16:creationId xmlns:a16="http://schemas.microsoft.com/office/drawing/2014/main" id="{E9171FD4-94B6-1F88-DD15-EE129AAE5A50}"/>
              </a:ext>
            </a:extLst>
          </p:cNvPr>
          <p:cNvSpPr/>
          <p:nvPr/>
        </p:nvSpPr>
        <p:spPr>
          <a:xfrm>
            <a:off x="224726" y="2286630"/>
            <a:ext cx="665074" cy="1880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12P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소켓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958" name="사각형: 둥근 모서리 957">
            <a:extLst>
              <a:ext uri="{FF2B5EF4-FFF2-40B4-BE49-F238E27FC236}">
                <a16:creationId xmlns:a16="http://schemas.microsoft.com/office/drawing/2014/main" id="{FC0DF22C-DCE8-1364-EE51-9CDE18F9D380}"/>
              </a:ext>
            </a:extLst>
          </p:cNvPr>
          <p:cNvSpPr/>
          <p:nvPr/>
        </p:nvSpPr>
        <p:spPr>
          <a:xfrm>
            <a:off x="6847833" y="743340"/>
            <a:ext cx="665074" cy="1880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8P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소켓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967" name="Text 23">
            <a:extLst>
              <a:ext uri="{FF2B5EF4-FFF2-40B4-BE49-F238E27FC236}">
                <a16:creationId xmlns:a16="http://schemas.microsoft.com/office/drawing/2014/main" id="{0962173D-0675-2A60-6FFA-11E004A1DDB3}"/>
              </a:ext>
            </a:extLst>
          </p:cNvPr>
          <p:cNvSpPr/>
          <p:nvPr/>
        </p:nvSpPr>
        <p:spPr>
          <a:xfrm>
            <a:off x="5462857" y="3629138"/>
            <a:ext cx="51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94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시험용</a:t>
            </a:r>
            <a:endParaRPr kumimoji="0" lang="en-US" altLang="ko-KR" sz="894" b="1" i="0" u="none" strike="noStrike" kern="1200" cap="none" spc="0" normalizeH="0" baseline="0" noProof="0" dirty="0">
              <a:ln>
                <a:noFill/>
              </a:ln>
              <a:solidFill>
                <a:srgbClr val="15233D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Calibri" pitchFamily="34" charset="-120"/>
            </a:endParaRPr>
          </a:p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4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EOCR</a:t>
            </a:r>
            <a:endParaRPr kumimoji="0" lang="en-US" sz="89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968" name="Text 23">
            <a:extLst>
              <a:ext uri="{FF2B5EF4-FFF2-40B4-BE49-F238E27FC236}">
                <a16:creationId xmlns:a16="http://schemas.microsoft.com/office/drawing/2014/main" id="{8CC19729-9E02-2EFD-E668-6C392A96C829}"/>
              </a:ext>
            </a:extLst>
          </p:cNvPr>
          <p:cNvSpPr/>
          <p:nvPr/>
        </p:nvSpPr>
        <p:spPr>
          <a:xfrm>
            <a:off x="5462857" y="6321092"/>
            <a:ext cx="51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94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시험용</a:t>
            </a:r>
            <a:endParaRPr kumimoji="0" lang="en-US" altLang="ko-KR" sz="894" b="1" i="0" u="none" strike="noStrike" kern="1200" cap="none" spc="0" normalizeH="0" baseline="0" noProof="0" dirty="0">
              <a:ln>
                <a:noFill/>
              </a:ln>
              <a:solidFill>
                <a:srgbClr val="15233D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Calibri" pitchFamily="34" charset="-120"/>
            </a:endParaRPr>
          </a:p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4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MC</a:t>
            </a:r>
            <a:endParaRPr kumimoji="0" lang="en-US" sz="89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pSp>
        <p:nvGrpSpPr>
          <p:cNvPr id="1443" name="그룹 1442">
            <a:extLst>
              <a:ext uri="{FF2B5EF4-FFF2-40B4-BE49-F238E27FC236}">
                <a16:creationId xmlns:a16="http://schemas.microsoft.com/office/drawing/2014/main" id="{FD5B7909-93A6-D44C-4FB1-9257020D92B3}"/>
              </a:ext>
            </a:extLst>
          </p:cNvPr>
          <p:cNvGrpSpPr/>
          <p:nvPr/>
        </p:nvGrpSpPr>
        <p:grpSpPr>
          <a:xfrm>
            <a:off x="7818983" y="987374"/>
            <a:ext cx="3975581" cy="1586001"/>
            <a:chOff x="3356547" y="927987"/>
            <a:chExt cx="3071117" cy="1225178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56AEBCFB-9C29-CAE1-4540-8513C2084E72}"/>
                </a:ext>
              </a:extLst>
            </p:cNvPr>
            <p:cNvGrpSpPr/>
            <p:nvPr/>
          </p:nvGrpSpPr>
          <p:grpSpPr>
            <a:xfrm>
              <a:off x="5687095" y="927987"/>
              <a:ext cx="740569" cy="1225178"/>
              <a:chOff x="5464840" y="1393687"/>
              <a:chExt cx="740569" cy="1225178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46E877-FCA5-A46C-58C6-D2B5BEAD6BF8}"/>
                  </a:ext>
                </a:extLst>
              </p:cNvPr>
              <p:cNvSpPr txBox="1"/>
              <p:nvPr/>
            </p:nvSpPr>
            <p:spPr>
              <a:xfrm>
                <a:off x="5571939" y="1393687"/>
                <a:ext cx="4705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52507C-A9A3-A5EC-05DF-5CD6AFB145D6}"/>
                  </a:ext>
                </a:extLst>
              </p:cNvPr>
              <p:cNvSpPr txBox="1"/>
              <p:nvPr/>
            </p:nvSpPr>
            <p:spPr>
              <a:xfrm>
                <a:off x="6041978" y="1393687"/>
                <a:ext cx="4705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B2E7DA0-B90D-2875-88D7-E488073343AF}"/>
                  </a:ext>
                </a:extLst>
              </p:cNvPr>
              <p:cNvSpPr txBox="1"/>
              <p:nvPr/>
            </p:nvSpPr>
            <p:spPr>
              <a:xfrm>
                <a:off x="5726144" y="1393687"/>
                <a:ext cx="52009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b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059430B-5DE3-4206-5B3C-18124080FBBC}"/>
                  </a:ext>
                </a:extLst>
              </p:cNvPr>
              <p:cNvSpPr txBox="1"/>
              <p:nvPr/>
            </p:nvSpPr>
            <p:spPr>
              <a:xfrm>
                <a:off x="5882823" y="1393687"/>
                <a:ext cx="52009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b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1BBDDCD-4A49-0E89-4DEA-1ED9DE71E247}"/>
                  </a:ext>
                </a:extLst>
              </p:cNvPr>
              <p:cNvSpPr txBox="1"/>
              <p:nvPr/>
            </p:nvSpPr>
            <p:spPr>
              <a:xfrm>
                <a:off x="5729240" y="2458816"/>
                <a:ext cx="45818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c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14857E5-37EE-8B29-5D89-55F411B25B75}"/>
                  </a:ext>
                </a:extLst>
              </p:cNvPr>
              <p:cNvSpPr txBox="1"/>
              <p:nvPr/>
            </p:nvSpPr>
            <p:spPr>
              <a:xfrm>
                <a:off x="5885918" y="2458816"/>
                <a:ext cx="45818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c</a:t>
                </a:r>
              </a:p>
            </p:txBody>
          </p:sp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50768BFC-8671-CD15-542A-0F43DFB0CFF5}"/>
                  </a:ext>
                </a:extLst>
              </p:cNvPr>
              <p:cNvGrpSpPr/>
              <p:nvPr/>
            </p:nvGrpSpPr>
            <p:grpSpPr>
              <a:xfrm>
                <a:off x="5571223" y="1689965"/>
                <a:ext cx="524687" cy="541387"/>
                <a:chOff x="5026046" y="1697619"/>
                <a:chExt cx="524687" cy="541387"/>
              </a:xfrm>
            </p:grpSpPr>
            <p:grpSp>
              <p:nvGrpSpPr>
                <p:cNvPr id="970" name="그룹 969">
                  <a:extLst>
                    <a:ext uri="{FF2B5EF4-FFF2-40B4-BE49-F238E27FC236}">
                      <a16:creationId xmlns:a16="http://schemas.microsoft.com/office/drawing/2014/main" id="{392325E9-2DA3-A1AF-082A-4704B6D6B3C6}"/>
                    </a:ext>
                  </a:extLst>
                </p:cNvPr>
                <p:cNvGrpSpPr/>
                <p:nvPr/>
              </p:nvGrpSpPr>
              <p:grpSpPr>
                <a:xfrm flipV="1">
                  <a:off x="5026046" y="2047406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1095" name="타원 1094">
                    <a:extLst>
                      <a:ext uri="{FF2B5EF4-FFF2-40B4-BE49-F238E27FC236}">
                        <a16:creationId xmlns:a16="http://schemas.microsoft.com/office/drawing/2014/main" id="{B124922F-A7DF-A6E9-3778-B36F4C40515D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097" name="직선 연결선 1096">
                    <a:extLst>
                      <a:ext uri="{FF2B5EF4-FFF2-40B4-BE49-F238E27FC236}">
                        <a16:creationId xmlns:a16="http://schemas.microsoft.com/office/drawing/2014/main" id="{17EC8299-07A7-ECE6-5BA8-C56DC6A7004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971" name="그룹 970">
                  <a:extLst>
                    <a:ext uri="{FF2B5EF4-FFF2-40B4-BE49-F238E27FC236}">
                      <a16:creationId xmlns:a16="http://schemas.microsoft.com/office/drawing/2014/main" id="{4B0E2889-9AA2-3741-7FC7-C3552CEA6E09}"/>
                    </a:ext>
                  </a:extLst>
                </p:cNvPr>
                <p:cNvGrpSpPr/>
                <p:nvPr/>
              </p:nvGrpSpPr>
              <p:grpSpPr>
                <a:xfrm>
                  <a:off x="5026046" y="1697619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990" name="타원 989">
                    <a:extLst>
                      <a:ext uri="{FF2B5EF4-FFF2-40B4-BE49-F238E27FC236}">
                        <a16:creationId xmlns:a16="http://schemas.microsoft.com/office/drawing/2014/main" id="{0AD014CF-E07E-2DDE-C270-733FE1C528BC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991" name="직선 연결선 990">
                    <a:extLst>
                      <a:ext uri="{FF2B5EF4-FFF2-40B4-BE49-F238E27FC236}">
                        <a16:creationId xmlns:a16="http://schemas.microsoft.com/office/drawing/2014/main" id="{B0E63357-3819-C8CC-EEE1-EB6886475C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972" name="그룹 971">
                  <a:extLst>
                    <a:ext uri="{FF2B5EF4-FFF2-40B4-BE49-F238E27FC236}">
                      <a16:creationId xmlns:a16="http://schemas.microsoft.com/office/drawing/2014/main" id="{8111A5B7-7315-FC56-F291-D74FF8F3AE95}"/>
                    </a:ext>
                  </a:extLst>
                </p:cNvPr>
                <p:cNvGrpSpPr/>
                <p:nvPr/>
              </p:nvGrpSpPr>
              <p:grpSpPr>
                <a:xfrm flipV="1">
                  <a:off x="5188280" y="2047406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988" name="타원 987">
                    <a:extLst>
                      <a:ext uri="{FF2B5EF4-FFF2-40B4-BE49-F238E27FC236}">
                        <a16:creationId xmlns:a16="http://schemas.microsoft.com/office/drawing/2014/main" id="{E5F4A5EC-6434-AA48-9364-1588B18DEF81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989" name="직선 연결선 988">
                    <a:extLst>
                      <a:ext uri="{FF2B5EF4-FFF2-40B4-BE49-F238E27FC236}">
                        <a16:creationId xmlns:a16="http://schemas.microsoft.com/office/drawing/2014/main" id="{188B4A01-7B74-4F32-5BED-518AEFA639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973" name="그룹 972">
                  <a:extLst>
                    <a:ext uri="{FF2B5EF4-FFF2-40B4-BE49-F238E27FC236}">
                      <a16:creationId xmlns:a16="http://schemas.microsoft.com/office/drawing/2014/main" id="{D046F58B-6841-AD9A-4E05-176F5646C3FC}"/>
                    </a:ext>
                  </a:extLst>
                </p:cNvPr>
                <p:cNvGrpSpPr/>
                <p:nvPr/>
              </p:nvGrpSpPr>
              <p:grpSpPr>
                <a:xfrm>
                  <a:off x="5188280" y="1697619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986" name="타원 985">
                    <a:extLst>
                      <a:ext uri="{FF2B5EF4-FFF2-40B4-BE49-F238E27FC236}">
                        <a16:creationId xmlns:a16="http://schemas.microsoft.com/office/drawing/2014/main" id="{693F9D4A-BA5E-1D93-4F2A-DD51BE899375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987" name="직선 연결선 986">
                    <a:extLst>
                      <a:ext uri="{FF2B5EF4-FFF2-40B4-BE49-F238E27FC236}">
                        <a16:creationId xmlns:a16="http://schemas.microsoft.com/office/drawing/2014/main" id="{708717DB-C51B-B7C2-EEB8-3FE33A7FBE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974" name="그룹 973">
                  <a:extLst>
                    <a:ext uri="{FF2B5EF4-FFF2-40B4-BE49-F238E27FC236}">
                      <a16:creationId xmlns:a16="http://schemas.microsoft.com/office/drawing/2014/main" id="{71C03BDF-1DE3-64B8-A5D5-3429167A7E92}"/>
                    </a:ext>
                  </a:extLst>
                </p:cNvPr>
                <p:cNvGrpSpPr/>
                <p:nvPr/>
              </p:nvGrpSpPr>
              <p:grpSpPr>
                <a:xfrm flipV="1">
                  <a:off x="5345216" y="2047406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984" name="타원 983">
                    <a:extLst>
                      <a:ext uri="{FF2B5EF4-FFF2-40B4-BE49-F238E27FC236}">
                        <a16:creationId xmlns:a16="http://schemas.microsoft.com/office/drawing/2014/main" id="{78916FF8-DDC5-F5A8-FFC3-63E1D80DDC2A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985" name="직선 연결선 984">
                    <a:extLst>
                      <a:ext uri="{FF2B5EF4-FFF2-40B4-BE49-F238E27FC236}">
                        <a16:creationId xmlns:a16="http://schemas.microsoft.com/office/drawing/2014/main" id="{D7198C57-05DA-B782-8931-D8A35F9841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975" name="그룹 974">
                  <a:extLst>
                    <a:ext uri="{FF2B5EF4-FFF2-40B4-BE49-F238E27FC236}">
                      <a16:creationId xmlns:a16="http://schemas.microsoft.com/office/drawing/2014/main" id="{A3120D51-C721-4C43-0567-0E2F0B68406E}"/>
                    </a:ext>
                  </a:extLst>
                </p:cNvPr>
                <p:cNvGrpSpPr/>
                <p:nvPr/>
              </p:nvGrpSpPr>
              <p:grpSpPr>
                <a:xfrm>
                  <a:off x="5345216" y="1697619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982" name="타원 981">
                    <a:extLst>
                      <a:ext uri="{FF2B5EF4-FFF2-40B4-BE49-F238E27FC236}">
                        <a16:creationId xmlns:a16="http://schemas.microsoft.com/office/drawing/2014/main" id="{D42A9507-4B40-43D5-AC81-517A8809DA73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983" name="직선 연결선 982">
                    <a:extLst>
                      <a:ext uri="{FF2B5EF4-FFF2-40B4-BE49-F238E27FC236}">
                        <a16:creationId xmlns:a16="http://schemas.microsoft.com/office/drawing/2014/main" id="{535F605B-E09A-C2B4-EC75-64D873D7C0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976" name="그룹 975">
                  <a:extLst>
                    <a:ext uri="{FF2B5EF4-FFF2-40B4-BE49-F238E27FC236}">
                      <a16:creationId xmlns:a16="http://schemas.microsoft.com/office/drawing/2014/main" id="{10E6C0D3-D82F-3407-9932-4D42E763BB3E}"/>
                    </a:ext>
                  </a:extLst>
                </p:cNvPr>
                <p:cNvGrpSpPr/>
                <p:nvPr/>
              </p:nvGrpSpPr>
              <p:grpSpPr>
                <a:xfrm flipV="1">
                  <a:off x="5505014" y="2047406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980" name="타원 979">
                    <a:extLst>
                      <a:ext uri="{FF2B5EF4-FFF2-40B4-BE49-F238E27FC236}">
                        <a16:creationId xmlns:a16="http://schemas.microsoft.com/office/drawing/2014/main" id="{74A12FA7-4839-9457-DE4E-407FF51FA3D4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981" name="직선 연결선 980">
                    <a:extLst>
                      <a:ext uri="{FF2B5EF4-FFF2-40B4-BE49-F238E27FC236}">
                        <a16:creationId xmlns:a16="http://schemas.microsoft.com/office/drawing/2014/main" id="{C53CD46B-74DE-DA57-8E51-82BF649646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977" name="그룹 976">
                  <a:extLst>
                    <a:ext uri="{FF2B5EF4-FFF2-40B4-BE49-F238E27FC236}">
                      <a16:creationId xmlns:a16="http://schemas.microsoft.com/office/drawing/2014/main" id="{0AD52976-0358-F723-7A23-ABDA33EE42DF}"/>
                    </a:ext>
                  </a:extLst>
                </p:cNvPr>
                <p:cNvGrpSpPr/>
                <p:nvPr/>
              </p:nvGrpSpPr>
              <p:grpSpPr>
                <a:xfrm>
                  <a:off x="5505014" y="1697619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978" name="타원 977">
                    <a:extLst>
                      <a:ext uri="{FF2B5EF4-FFF2-40B4-BE49-F238E27FC236}">
                        <a16:creationId xmlns:a16="http://schemas.microsoft.com/office/drawing/2014/main" id="{D99B5F21-1F97-3CCB-34C5-5A1B9F068F51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979" name="직선 연결선 978">
                    <a:extLst>
                      <a:ext uri="{FF2B5EF4-FFF2-40B4-BE49-F238E27FC236}">
                        <a16:creationId xmlns:a16="http://schemas.microsoft.com/office/drawing/2014/main" id="{3F443277-9A7A-CA5D-750A-9F3032C1F3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B1B7A368-F0C9-281F-CC56-A4C580412AE0}"/>
                  </a:ext>
                </a:extLst>
              </p:cNvPr>
              <p:cNvCxnSpPr>
                <a:cxnSpLocks/>
                <a:stCxn id="986" idx="2"/>
                <a:endCxn id="988" idx="4"/>
              </p:cNvCxnSpPr>
              <p:nvPr/>
            </p:nvCxnSpPr>
            <p:spPr>
              <a:xfrm>
                <a:off x="5733457" y="1858706"/>
                <a:ext cx="22860" cy="181046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3613CE2F-8A1D-8F75-03E7-1695B84F40C3}"/>
                  </a:ext>
                </a:extLst>
              </p:cNvPr>
              <p:cNvCxnSpPr>
                <a:cxnSpLocks/>
                <a:stCxn id="982" idx="6"/>
                <a:endCxn id="984" idx="4"/>
              </p:cNvCxnSpPr>
              <p:nvPr/>
            </p:nvCxnSpPr>
            <p:spPr>
              <a:xfrm flipH="1">
                <a:off x="5913253" y="1858706"/>
                <a:ext cx="22859" cy="181046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84" name="그룹 83">
                <a:extLst>
                  <a:ext uri="{FF2B5EF4-FFF2-40B4-BE49-F238E27FC236}">
                    <a16:creationId xmlns:a16="http://schemas.microsoft.com/office/drawing/2014/main" id="{9C04F51B-CFCC-CCE6-B778-62A14AB3DF6B}"/>
                  </a:ext>
                </a:extLst>
              </p:cNvPr>
              <p:cNvGrpSpPr/>
              <p:nvPr/>
            </p:nvGrpSpPr>
            <p:grpSpPr>
              <a:xfrm>
                <a:off x="5464840" y="1475812"/>
                <a:ext cx="740569" cy="1143053"/>
                <a:chOff x="4919663" y="1483466"/>
                <a:chExt cx="740569" cy="1143053"/>
              </a:xfrm>
            </p:grpSpPr>
            <p:grpSp>
              <p:nvGrpSpPr>
                <p:cNvPr id="86" name="그룹 85">
                  <a:extLst>
                    <a:ext uri="{FF2B5EF4-FFF2-40B4-BE49-F238E27FC236}">
                      <a16:creationId xmlns:a16="http://schemas.microsoft.com/office/drawing/2014/main" id="{361DBFFF-89A0-B161-E007-86E70167E171}"/>
                    </a:ext>
                  </a:extLst>
                </p:cNvPr>
                <p:cNvGrpSpPr/>
                <p:nvPr/>
              </p:nvGrpSpPr>
              <p:grpSpPr>
                <a:xfrm>
                  <a:off x="4968875" y="1483466"/>
                  <a:ext cx="628650" cy="1005355"/>
                  <a:chOff x="3206750" y="1483466"/>
                  <a:chExt cx="628650" cy="1005355"/>
                </a:xfrm>
              </p:grpSpPr>
              <p:grpSp>
                <p:nvGrpSpPr>
                  <p:cNvPr id="89" name="그룹 88">
                    <a:extLst>
                      <a:ext uri="{FF2B5EF4-FFF2-40B4-BE49-F238E27FC236}">
                        <a16:creationId xmlns:a16="http://schemas.microsoft.com/office/drawing/2014/main" id="{AB1B0180-6992-A191-8E4E-6346C49AB4D5}"/>
                      </a:ext>
                    </a:extLst>
                  </p:cNvPr>
                  <p:cNvGrpSpPr/>
                  <p:nvPr/>
                </p:nvGrpSpPr>
                <p:grpSpPr>
                  <a:xfrm>
                    <a:off x="3206750" y="1576969"/>
                    <a:ext cx="628650" cy="785812"/>
                    <a:chOff x="4130675" y="1252538"/>
                    <a:chExt cx="628650" cy="785812"/>
                  </a:xfrm>
                </p:grpSpPr>
                <p:grpSp>
                  <p:nvGrpSpPr>
                    <p:cNvPr id="133" name="그룹 132">
                      <a:extLst>
                        <a:ext uri="{FF2B5EF4-FFF2-40B4-BE49-F238E27FC236}">
                          <a16:creationId xmlns:a16="http://schemas.microsoft.com/office/drawing/2014/main" id="{2447B9F5-C8BF-492E-7F05-33359FD38A9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57663" y="1270001"/>
                      <a:ext cx="103187" cy="103187"/>
                      <a:chOff x="2835274" y="1269999"/>
                      <a:chExt cx="117475" cy="117475"/>
                    </a:xfrm>
                  </p:grpSpPr>
                  <p:sp>
                    <p:nvSpPr>
                      <p:cNvPr id="965" name="타원 964">
                        <a:extLst>
                          <a:ext uri="{FF2B5EF4-FFF2-40B4-BE49-F238E27FC236}">
                            <a16:creationId xmlns:a16="http://schemas.microsoft.com/office/drawing/2014/main" id="{BCBA7384-E95F-E7AE-5C72-179CCB07E6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35274" y="1269999"/>
                        <a:ext cx="117475" cy="117475"/>
                      </a:xfrm>
                      <a:prstGeom prst="ellips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sp>
                    <p:nvSpPr>
                      <p:cNvPr id="969" name="더하기 기호 968">
                        <a:extLst>
                          <a:ext uri="{FF2B5EF4-FFF2-40B4-BE49-F238E27FC236}">
                            <a16:creationId xmlns:a16="http://schemas.microsoft.com/office/drawing/2014/main" id="{67E19DC6-DD85-701F-8E00-8C056B1A68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55911" y="1287461"/>
                        <a:ext cx="82550" cy="82550"/>
                      </a:xfrm>
                      <a:prstGeom prst="mathPlus">
                        <a:avLst>
                          <a:gd name="adj1" fmla="val 0"/>
                        </a:avLst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135" name="그룹 134">
                      <a:extLst>
                        <a:ext uri="{FF2B5EF4-FFF2-40B4-BE49-F238E27FC236}">
                          <a16:creationId xmlns:a16="http://schemas.microsoft.com/office/drawing/2014/main" id="{1C104C7D-182E-48D4-52E9-FECBF250B8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30675" y="1252538"/>
                      <a:ext cx="628650" cy="134936"/>
                      <a:chOff x="3502025" y="1252538"/>
                      <a:chExt cx="628650" cy="134936"/>
                    </a:xfrm>
                  </p:grpSpPr>
                  <p:sp>
                    <p:nvSpPr>
                      <p:cNvPr id="955" name="직사각형 954">
                        <a:extLst>
                          <a:ext uri="{FF2B5EF4-FFF2-40B4-BE49-F238E27FC236}">
                            <a16:creationId xmlns:a16="http://schemas.microsoft.com/office/drawing/2014/main" id="{C1B02F1A-9F5F-54A3-7DE2-FF02C252BF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02025" y="1252538"/>
                        <a:ext cx="628650" cy="134936"/>
                      </a:xfrm>
                      <a:prstGeom prst="rect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956" name="직선 연결선 955">
                        <a:extLst>
                          <a:ext uri="{FF2B5EF4-FFF2-40B4-BE49-F238E27FC236}">
                            <a16:creationId xmlns:a16="http://schemas.microsoft.com/office/drawing/2014/main" id="{9C5FB0A5-96AF-A455-720B-6EABCB6D22E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659188" y="1252538"/>
                        <a:ext cx="0" cy="134936"/>
                      </a:xfrm>
                      <a:prstGeom prst="lin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  <p:cxnSp>
                    <p:nvCxnSpPr>
                      <p:cNvPr id="960" name="직선 연결선 959">
                        <a:extLst>
                          <a:ext uri="{FF2B5EF4-FFF2-40B4-BE49-F238E27FC236}">
                            <a16:creationId xmlns:a16="http://schemas.microsoft.com/office/drawing/2014/main" id="{F70F3B2A-F05E-D202-C2DE-08C755177C7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816351" y="1252538"/>
                        <a:ext cx="0" cy="134936"/>
                      </a:xfrm>
                      <a:prstGeom prst="lin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  <p:cxnSp>
                    <p:nvCxnSpPr>
                      <p:cNvPr id="961" name="직선 연결선 960">
                        <a:extLst>
                          <a:ext uri="{FF2B5EF4-FFF2-40B4-BE49-F238E27FC236}">
                            <a16:creationId xmlns:a16="http://schemas.microsoft.com/office/drawing/2014/main" id="{513C1A18-8145-41A9-1027-9F89B511587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973514" y="1252538"/>
                        <a:ext cx="0" cy="134936"/>
                      </a:xfrm>
                      <a:prstGeom prst="lin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</p:grpSp>
                <p:sp>
                  <p:nvSpPr>
                    <p:cNvPr id="136" name="직사각형 135">
                      <a:extLst>
                        <a:ext uri="{FF2B5EF4-FFF2-40B4-BE49-F238E27FC236}">
                          <a16:creationId xmlns:a16="http://schemas.microsoft.com/office/drawing/2014/main" id="{0727D76C-BA91-88BC-86CC-6C4F4A64E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30675" y="1387474"/>
                      <a:ext cx="628650" cy="515940"/>
                    </a:xfrm>
                    <a:prstGeom prst="rect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grpSp>
                  <p:nvGrpSpPr>
                    <p:cNvPr id="137" name="그룹 136">
                      <a:extLst>
                        <a:ext uri="{FF2B5EF4-FFF2-40B4-BE49-F238E27FC236}">
                          <a16:creationId xmlns:a16="http://schemas.microsoft.com/office/drawing/2014/main" id="{DBA38C4D-FDCA-6EB5-F84F-4D56690A57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30675" y="1903414"/>
                      <a:ext cx="628650" cy="134936"/>
                      <a:chOff x="3502025" y="1252538"/>
                      <a:chExt cx="628650" cy="134936"/>
                    </a:xfrm>
                  </p:grpSpPr>
                  <p:sp>
                    <p:nvSpPr>
                      <p:cNvPr id="163" name="직사각형 162">
                        <a:extLst>
                          <a:ext uri="{FF2B5EF4-FFF2-40B4-BE49-F238E27FC236}">
                            <a16:creationId xmlns:a16="http://schemas.microsoft.com/office/drawing/2014/main" id="{ADB383C6-3D0F-3DD0-AB6F-443B831846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02025" y="1252538"/>
                        <a:ext cx="628650" cy="134936"/>
                      </a:xfrm>
                      <a:prstGeom prst="rect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165" name="직선 연결선 164">
                        <a:extLst>
                          <a:ext uri="{FF2B5EF4-FFF2-40B4-BE49-F238E27FC236}">
                            <a16:creationId xmlns:a16="http://schemas.microsoft.com/office/drawing/2014/main" id="{E9C28299-5BBE-C5BF-34D1-D0C6B31C193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659188" y="1252538"/>
                        <a:ext cx="0" cy="134936"/>
                      </a:xfrm>
                      <a:prstGeom prst="lin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  <p:cxnSp>
                    <p:nvCxnSpPr>
                      <p:cNvPr id="166" name="직선 연결선 165">
                        <a:extLst>
                          <a:ext uri="{FF2B5EF4-FFF2-40B4-BE49-F238E27FC236}">
                            <a16:creationId xmlns:a16="http://schemas.microsoft.com/office/drawing/2014/main" id="{52A56FD2-D245-4D0D-7621-1C7E5D2C876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816351" y="1252538"/>
                        <a:ext cx="0" cy="134936"/>
                      </a:xfrm>
                      <a:prstGeom prst="lin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  <p:cxnSp>
                    <p:nvCxnSpPr>
                      <p:cNvPr id="954" name="직선 연결선 953">
                        <a:extLst>
                          <a:ext uri="{FF2B5EF4-FFF2-40B4-BE49-F238E27FC236}">
                            <a16:creationId xmlns:a16="http://schemas.microsoft.com/office/drawing/2014/main" id="{65100851-1D05-6E0F-33F4-8EF7B453407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973514" y="1252538"/>
                        <a:ext cx="0" cy="134936"/>
                      </a:xfrm>
                      <a:prstGeom prst="lin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</p:grpSp>
                <p:grpSp>
                  <p:nvGrpSpPr>
                    <p:cNvPr id="138" name="그룹 137">
                      <a:extLst>
                        <a:ext uri="{FF2B5EF4-FFF2-40B4-BE49-F238E27FC236}">
                          <a16:creationId xmlns:a16="http://schemas.microsoft.com/office/drawing/2014/main" id="{1CE207E1-D97E-CD21-F59C-60631CECE35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6413" y="1270001"/>
                      <a:ext cx="103187" cy="103187"/>
                      <a:chOff x="2835274" y="1269999"/>
                      <a:chExt cx="117475" cy="117475"/>
                    </a:xfrm>
                  </p:grpSpPr>
                  <p:sp>
                    <p:nvSpPr>
                      <p:cNvPr id="161" name="타원 160">
                        <a:extLst>
                          <a:ext uri="{FF2B5EF4-FFF2-40B4-BE49-F238E27FC236}">
                            <a16:creationId xmlns:a16="http://schemas.microsoft.com/office/drawing/2014/main" id="{2717CB5D-99A3-C30D-AB84-0BBC55D3CD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35274" y="1269999"/>
                        <a:ext cx="117475" cy="117475"/>
                      </a:xfrm>
                      <a:prstGeom prst="ellips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sp>
                    <p:nvSpPr>
                      <p:cNvPr id="162" name="더하기 기호 161">
                        <a:extLst>
                          <a:ext uri="{FF2B5EF4-FFF2-40B4-BE49-F238E27FC236}">
                            <a16:creationId xmlns:a16="http://schemas.microsoft.com/office/drawing/2014/main" id="{2BDB656D-E78F-D2D6-F1CF-F08F877AFD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55911" y="1287461"/>
                        <a:ext cx="82550" cy="82550"/>
                      </a:xfrm>
                      <a:prstGeom prst="mathPlus">
                        <a:avLst>
                          <a:gd name="adj1" fmla="val 0"/>
                        </a:avLst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140" name="그룹 139">
                      <a:extLst>
                        <a:ext uri="{FF2B5EF4-FFF2-40B4-BE49-F238E27FC236}">
                          <a16:creationId xmlns:a16="http://schemas.microsoft.com/office/drawing/2014/main" id="{39F9CE04-3629-19B5-064D-D923034F38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1988" y="1270001"/>
                      <a:ext cx="103187" cy="103187"/>
                      <a:chOff x="2835274" y="1269999"/>
                      <a:chExt cx="117475" cy="117475"/>
                    </a:xfrm>
                  </p:grpSpPr>
                  <p:sp>
                    <p:nvSpPr>
                      <p:cNvPr id="159" name="타원 158">
                        <a:extLst>
                          <a:ext uri="{FF2B5EF4-FFF2-40B4-BE49-F238E27FC236}">
                            <a16:creationId xmlns:a16="http://schemas.microsoft.com/office/drawing/2014/main" id="{0C8CFF87-2779-D81B-1D05-43727226A5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35274" y="1269999"/>
                        <a:ext cx="117475" cy="117475"/>
                      </a:xfrm>
                      <a:prstGeom prst="ellips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sp>
                    <p:nvSpPr>
                      <p:cNvPr id="160" name="더하기 기호 159">
                        <a:extLst>
                          <a:ext uri="{FF2B5EF4-FFF2-40B4-BE49-F238E27FC236}">
                            <a16:creationId xmlns:a16="http://schemas.microsoft.com/office/drawing/2014/main" id="{B76A1606-9EFB-841E-3A82-26D9E43A6B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55911" y="1287461"/>
                        <a:ext cx="82550" cy="82550"/>
                      </a:xfrm>
                      <a:prstGeom prst="mathPlus">
                        <a:avLst>
                          <a:gd name="adj1" fmla="val 0"/>
                        </a:avLst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142" name="그룹 141">
                      <a:extLst>
                        <a:ext uri="{FF2B5EF4-FFF2-40B4-BE49-F238E27FC236}">
                          <a16:creationId xmlns:a16="http://schemas.microsoft.com/office/drawing/2014/main" id="{8407BE34-BF8A-EE17-0A1E-26D9F03419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0738" y="1270001"/>
                      <a:ext cx="103187" cy="103187"/>
                      <a:chOff x="2835274" y="1269999"/>
                      <a:chExt cx="117475" cy="117475"/>
                    </a:xfrm>
                  </p:grpSpPr>
                  <p:sp>
                    <p:nvSpPr>
                      <p:cNvPr id="156" name="타원 155">
                        <a:extLst>
                          <a:ext uri="{FF2B5EF4-FFF2-40B4-BE49-F238E27FC236}">
                            <a16:creationId xmlns:a16="http://schemas.microsoft.com/office/drawing/2014/main" id="{5C5D915B-15E7-4503-4765-C2A21B7C77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35274" y="1269999"/>
                        <a:ext cx="117475" cy="117475"/>
                      </a:xfrm>
                      <a:prstGeom prst="ellips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sp>
                    <p:nvSpPr>
                      <p:cNvPr id="157" name="더하기 기호 156">
                        <a:extLst>
                          <a:ext uri="{FF2B5EF4-FFF2-40B4-BE49-F238E27FC236}">
                            <a16:creationId xmlns:a16="http://schemas.microsoft.com/office/drawing/2014/main" id="{87EF1339-F6A7-E97E-ADC1-249AE1BF51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55911" y="1287461"/>
                        <a:ext cx="82550" cy="82550"/>
                      </a:xfrm>
                      <a:prstGeom prst="mathPlus">
                        <a:avLst>
                          <a:gd name="adj1" fmla="val 0"/>
                        </a:avLst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144" name="그룹 143">
                      <a:extLst>
                        <a:ext uri="{FF2B5EF4-FFF2-40B4-BE49-F238E27FC236}">
                          <a16:creationId xmlns:a16="http://schemas.microsoft.com/office/drawing/2014/main" id="{3C0AE32F-C033-B555-24DC-3DD4C73F80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57663" y="1919289"/>
                      <a:ext cx="103187" cy="103187"/>
                      <a:chOff x="2835274" y="1269999"/>
                      <a:chExt cx="117475" cy="117475"/>
                    </a:xfrm>
                  </p:grpSpPr>
                  <p:sp>
                    <p:nvSpPr>
                      <p:cNvPr id="154" name="타원 153">
                        <a:extLst>
                          <a:ext uri="{FF2B5EF4-FFF2-40B4-BE49-F238E27FC236}">
                            <a16:creationId xmlns:a16="http://schemas.microsoft.com/office/drawing/2014/main" id="{BBF99416-4C43-8592-3931-27E25764AF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35274" y="1269999"/>
                        <a:ext cx="117475" cy="117475"/>
                      </a:xfrm>
                      <a:prstGeom prst="ellips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sp>
                    <p:nvSpPr>
                      <p:cNvPr id="155" name="더하기 기호 154">
                        <a:extLst>
                          <a:ext uri="{FF2B5EF4-FFF2-40B4-BE49-F238E27FC236}">
                            <a16:creationId xmlns:a16="http://schemas.microsoft.com/office/drawing/2014/main" id="{FEC607DB-13A2-1FC9-D5D3-B60EF0F4F0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55911" y="1287461"/>
                        <a:ext cx="82550" cy="82550"/>
                      </a:xfrm>
                      <a:prstGeom prst="mathPlus">
                        <a:avLst>
                          <a:gd name="adj1" fmla="val 0"/>
                        </a:avLst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145" name="그룹 144">
                      <a:extLst>
                        <a:ext uri="{FF2B5EF4-FFF2-40B4-BE49-F238E27FC236}">
                          <a16:creationId xmlns:a16="http://schemas.microsoft.com/office/drawing/2014/main" id="{25D9D322-2894-6F15-FE20-4501C673FE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6413" y="1919289"/>
                      <a:ext cx="103187" cy="103187"/>
                      <a:chOff x="2835274" y="1269999"/>
                      <a:chExt cx="117475" cy="117475"/>
                    </a:xfrm>
                  </p:grpSpPr>
                  <p:sp>
                    <p:nvSpPr>
                      <p:cNvPr id="152" name="타원 151">
                        <a:extLst>
                          <a:ext uri="{FF2B5EF4-FFF2-40B4-BE49-F238E27FC236}">
                            <a16:creationId xmlns:a16="http://schemas.microsoft.com/office/drawing/2014/main" id="{9F7874BB-F052-1005-6710-FD8D715E7F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35274" y="1269999"/>
                        <a:ext cx="117475" cy="117475"/>
                      </a:xfrm>
                      <a:prstGeom prst="ellips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sp>
                    <p:nvSpPr>
                      <p:cNvPr id="153" name="더하기 기호 152">
                        <a:extLst>
                          <a:ext uri="{FF2B5EF4-FFF2-40B4-BE49-F238E27FC236}">
                            <a16:creationId xmlns:a16="http://schemas.microsoft.com/office/drawing/2014/main" id="{1BE5E292-6937-093B-2AE9-683C909C2D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55911" y="1287461"/>
                        <a:ext cx="82550" cy="82550"/>
                      </a:xfrm>
                      <a:prstGeom prst="mathPlus">
                        <a:avLst>
                          <a:gd name="adj1" fmla="val 0"/>
                        </a:avLst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146" name="그룹 145">
                      <a:extLst>
                        <a:ext uri="{FF2B5EF4-FFF2-40B4-BE49-F238E27FC236}">
                          <a16:creationId xmlns:a16="http://schemas.microsoft.com/office/drawing/2014/main" id="{BFD4A7BE-A01C-D844-E0B1-00ED039FC6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1988" y="1919289"/>
                      <a:ext cx="103187" cy="103187"/>
                      <a:chOff x="2835274" y="1269999"/>
                      <a:chExt cx="117475" cy="117475"/>
                    </a:xfrm>
                  </p:grpSpPr>
                  <p:sp>
                    <p:nvSpPr>
                      <p:cNvPr id="150" name="타원 149">
                        <a:extLst>
                          <a:ext uri="{FF2B5EF4-FFF2-40B4-BE49-F238E27FC236}">
                            <a16:creationId xmlns:a16="http://schemas.microsoft.com/office/drawing/2014/main" id="{1F4BC45A-E9E1-D272-01C2-328DFBC38F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35274" y="1269999"/>
                        <a:ext cx="117475" cy="117475"/>
                      </a:xfrm>
                      <a:prstGeom prst="ellips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sp>
                    <p:nvSpPr>
                      <p:cNvPr id="151" name="더하기 기호 150">
                        <a:extLst>
                          <a:ext uri="{FF2B5EF4-FFF2-40B4-BE49-F238E27FC236}">
                            <a16:creationId xmlns:a16="http://schemas.microsoft.com/office/drawing/2014/main" id="{ACFCA0A6-D56C-1446-2438-973E7F324C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55911" y="1287461"/>
                        <a:ext cx="82550" cy="82550"/>
                      </a:xfrm>
                      <a:prstGeom prst="mathPlus">
                        <a:avLst>
                          <a:gd name="adj1" fmla="val 0"/>
                        </a:avLst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147" name="그룹 146">
                      <a:extLst>
                        <a:ext uri="{FF2B5EF4-FFF2-40B4-BE49-F238E27FC236}">
                          <a16:creationId xmlns:a16="http://schemas.microsoft.com/office/drawing/2014/main" id="{5D794115-857A-1236-588A-7B52677ED34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0738" y="1919289"/>
                      <a:ext cx="103187" cy="103187"/>
                      <a:chOff x="2835274" y="1269999"/>
                      <a:chExt cx="117475" cy="117475"/>
                    </a:xfrm>
                  </p:grpSpPr>
                  <p:sp>
                    <p:nvSpPr>
                      <p:cNvPr id="148" name="타원 147">
                        <a:extLst>
                          <a:ext uri="{FF2B5EF4-FFF2-40B4-BE49-F238E27FC236}">
                            <a16:creationId xmlns:a16="http://schemas.microsoft.com/office/drawing/2014/main" id="{AC729720-3B74-E453-3BFF-A54D472B11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35274" y="1269999"/>
                        <a:ext cx="117475" cy="117475"/>
                      </a:xfrm>
                      <a:prstGeom prst="ellips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sp>
                    <p:nvSpPr>
                      <p:cNvPr id="149" name="더하기 기호 148">
                        <a:extLst>
                          <a:ext uri="{FF2B5EF4-FFF2-40B4-BE49-F238E27FC236}">
                            <a16:creationId xmlns:a16="http://schemas.microsoft.com/office/drawing/2014/main" id="{862DAD0B-5B5B-8A04-E106-397AD60E7C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55911" y="1287461"/>
                        <a:ext cx="82550" cy="82550"/>
                      </a:xfrm>
                      <a:prstGeom prst="mathPlus">
                        <a:avLst>
                          <a:gd name="adj1" fmla="val 0"/>
                        </a:avLst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111" name="TextBox 110">
                    <a:extLst>
                      <a:ext uri="{FF2B5EF4-FFF2-40B4-BE49-F238E27FC236}">
                        <a16:creationId xmlns:a16="http://schemas.microsoft.com/office/drawing/2014/main" id="{7D313AB5-3AD0-723D-5938-4CB48C1A6D3A}"/>
                      </a:ext>
                    </a:extLst>
                  </p:cNvPr>
                  <p:cNvSpPr txBox="1"/>
                  <p:nvPr/>
                </p:nvSpPr>
                <p:spPr>
                  <a:xfrm>
                    <a:off x="3263954" y="2381831"/>
                    <a:ext cx="49532" cy="10699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rPr>
                      <a:t>7</a:t>
                    </a:r>
                  </a:p>
                </p:txBody>
              </p:sp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id="{A5D50BF0-A5C5-AD9F-A0C9-5E8A7B023E23}"/>
                      </a:ext>
                    </a:extLst>
                  </p:cNvPr>
                  <p:cNvSpPr txBox="1"/>
                  <p:nvPr/>
                </p:nvSpPr>
                <p:spPr>
                  <a:xfrm>
                    <a:off x="3733994" y="2381831"/>
                    <a:ext cx="49532" cy="10699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rPr>
                      <a:t>2</a:t>
                    </a:r>
                  </a:p>
                </p:txBody>
              </p:sp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26772CA3-6F5D-B123-E2B4-E4439321A2AE}"/>
                      </a:ext>
                    </a:extLst>
                  </p:cNvPr>
                  <p:cNvSpPr txBox="1"/>
                  <p:nvPr/>
                </p:nvSpPr>
                <p:spPr>
                  <a:xfrm>
                    <a:off x="3420635" y="2381831"/>
                    <a:ext cx="49532" cy="10699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rPr>
                      <a:t>8</a:t>
                    </a:r>
                  </a:p>
                </p:txBody>
              </p:sp>
              <p:sp>
                <p:nvSpPr>
                  <p:cNvPr id="118" name="TextBox 117">
                    <a:extLst>
                      <a:ext uri="{FF2B5EF4-FFF2-40B4-BE49-F238E27FC236}">
                        <a16:creationId xmlns:a16="http://schemas.microsoft.com/office/drawing/2014/main" id="{A1E25E27-9CC9-9A00-ABAB-33DFD9709AD6}"/>
                      </a:ext>
                    </a:extLst>
                  </p:cNvPr>
                  <p:cNvSpPr txBox="1"/>
                  <p:nvPr/>
                </p:nvSpPr>
                <p:spPr>
                  <a:xfrm>
                    <a:off x="3577315" y="2381831"/>
                    <a:ext cx="49532" cy="10699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rPr>
                      <a:t>1</a:t>
                    </a:r>
                  </a:p>
                </p:txBody>
              </p:sp>
              <p:sp>
                <p:nvSpPr>
                  <p:cNvPr id="119" name="TextBox 118">
                    <a:extLst>
                      <a:ext uri="{FF2B5EF4-FFF2-40B4-BE49-F238E27FC236}">
                        <a16:creationId xmlns:a16="http://schemas.microsoft.com/office/drawing/2014/main" id="{020D1BF9-909B-3099-FE5B-9DA163A88554}"/>
                      </a:ext>
                    </a:extLst>
                  </p:cNvPr>
                  <p:cNvSpPr txBox="1"/>
                  <p:nvPr/>
                </p:nvSpPr>
                <p:spPr>
                  <a:xfrm>
                    <a:off x="3263954" y="1483466"/>
                    <a:ext cx="49532" cy="10699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rPr>
                      <a:t>6</a:t>
                    </a:r>
                  </a:p>
                </p:txBody>
              </p:sp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689DDC6A-A4B6-7F84-252A-86D1BCE5D459}"/>
                      </a:ext>
                    </a:extLst>
                  </p:cNvPr>
                  <p:cNvSpPr txBox="1"/>
                  <p:nvPr/>
                </p:nvSpPr>
                <p:spPr>
                  <a:xfrm>
                    <a:off x="3733994" y="1483466"/>
                    <a:ext cx="49532" cy="10699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rPr>
                      <a:t>3</a:t>
                    </a:r>
                  </a:p>
                </p:txBody>
              </p:sp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68283DDE-997E-AA19-257E-00284EC079FE}"/>
                      </a:ext>
                    </a:extLst>
                  </p:cNvPr>
                  <p:cNvSpPr txBox="1"/>
                  <p:nvPr/>
                </p:nvSpPr>
                <p:spPr>
                  <a:xfrm>
                    <a:off x="3420635" y="1483466"/>
                    <a:ext cx="49532" cy="10699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rPr>
                      <a:t>5</a:t>
                    </a:r>
                  </a:p>
                </p:txBody>
              </p:sp>
              <p:sp>
                <p:nvSpPr>
                  <p:cNvPr id="127" name="TextBox 126">
                    <a:extLst>
                      <a:ext uri="{FF2B5EF4-FFF2-40B4-BE49-F238E27FC236}">
                        <a16:creationId xmlns:a16="http://schemas.microsoft.com/office/drawing/2014/main" id="{773A8867-D528-C1B1-4803-88CFA64B3DE8}"/>
                      </a:ext>
                    </a:extLst>
                  </p:cNvPr>
                  <p:cNvSpPr txBox="1"/>
                  <p:nvPr/>
                </p:nvSpPr>
                <p:spPr>
                  <a:xfrm>
                    <a:off x="3577315" y="1483466"/>
                    <a:ext cx="49532" cy="10699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rPr>
                      <a:t>4</a:t>
                    </a:r>
                  </a:p>
                </p:txBody>
              </p:sp>
            </p:grpSp>
            <p:sp>
              <p:nvSpPr>
                <p:cNvPr id="87" name="자유형: 도형 86">
                  <a:extLst>
                    <a:ext uri="{FF2B5EF4-FFF2-40B4-BE49-F238E27FC236}">
                      <a16:creationId xmlns:a16="http://schemas.microsoft.com/office/drawing/2014/main" id="{09B9EFC9-024C-DC43-41B0-B484EEB72EFE}"/>
                    </a:ext>
                  </a:extLst>
                </p:cNvPr>
                <p:cNvSpPr/>
                <p:nvPr/>
              </p:nvSpPr>
              <p:spPr>
                <a:xfrm>
                  <a:off x="4919663" y="2069306"/>
                  <a:ext cx="107156" cy="557213"/>
                </a:xfrm>
                <a:custGeom>
                  <a:avLst/>
                  <a:gdLst>
                    <a:gd name="csX0" fmla="*/ 107156 w 107156"/>
                    <a:gd name="csY0" fmla="*/ 0 h 557213"/>
                    <a:gd name="csX1" fmla="*/ 0 w 107156"/>
                    <a:gd name="csY1" fmla="*/ 0 h 557213"/>
                    <a:gd name="csX2" fmla="*/ 0 w 107156"/>
                    <a:gd name="csY2" fmla="*/ 557213 h 55721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7156" h="557213">
                      <a:moveTo>
                        <a:pt x="107156" y="0"/>
                      </a:moveTo>
                      <a:lnTo>
                        <a:pt x="0" y="0"/>
                      </a:lnTo>
                      <a:lnTo>
                        <a:pt x="0" y="557213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88" name="자유형: 도형 87">
                  <a:extLst>
                    <a:ext uri="{FF2B5EF4-FFF2-40B4-BE49-F238E27FC236}">
                      <a16:creationId xmlns:a16="http://schemas.microsoft.com/office/drawing/2014/main" id="{7DECA62D-C824-2FEE-F76B-D63F2C1A90E8}"/>
                    </a:ext>
                  </a:extLst>
                </p:cNvPr>
                <p:cNvSpPr/>
                <p:nvPr/>
              </p:nvSpPr>
              <p:spPr>
                <a:xfrm flipH="1">
                  <a:off x="5553076" y="2069306"/>
                  <a:ext cx="107156" cy="557213"/>
                </a:xfrm>
                <a:custGeom>
                  <a:avLst/>
                  <a:gdLst>
                    <a:gd name="csX0" fmla="*/ 107156 w 107156"/>
                    <a:gd name="csY0" fmla="*/ 0 h 557213"/>
                    <a:gd name="csX1" fmla="*/ 0 w 107156"/>
                    <a:gd name="csY1" fmla="*/ 0 h 557213"/>
                    <a:gd name="csX2" fmla="*/ 0 w 107156"/>
                    <a:gd name="csY2" fmla="*/ 557213 h 55721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7156" h="557213">
                      <a:moveTo>
                        <a:pt x="107156" y="0"/>
                      </a:moveTo>
                      <a:lnTo>
                        <a:pt x="0" y="0"/>
                      </a:lnTo>
                      <a:lnTo>
                        <a:pt x="0" y="557213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</p:grpSp>
        <p:grpSp>
          <p:nvGrpSpPr>
            <p:cNvPr id="992" name="그룹 991">
              <a:extLst>
                <a:ext uri="{FF2B5EF4-FFF2-40B4-BE49-F238E27FC236}">
                  <a16:creationId xmlns:a16="http://schemas.microsoft.com/office/drawing/2014/main" id="{80491EE5-0410-452D-2946-3915648CA3BF}"/>
                </a:ext>
              </a:extLst>
            </p:cNvPr>
            <p:cNvGrpSpPr/>
            <p:nvPr/>
          </p:nvGrpSpPr>
          <p:grpSpPr>
            <a:xfrm>
              <a:off x="4214508" y="1212670"/>
              <a:ext cx="1268169" cy="707234"/>
              <a:chOff x="3711025" y="4071935"/>
              <a:chExt cx="1268169" cy="707234"/>
            </a:xfrm>
          </p:grpSpPr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DE3CDE16-F1B0-E294-BE5D-78526400AB1B}"/>
                  </a:ext>
                </a:extLst>
              </p:cNvPr>
              <p:cNvGrpSpPr/>
              <p:nvPr/>
            </p:nvGrpSpPr>
            <p:grpSpPr>
              <a:xfrm>
                <a:off x="3711025" y="4071935"/>
                <a:ext cx="1268169" cy="707234"/>
                <a:chOff x="3711025" y="4071935"/>
                <a:chExt cx="1268169" cy="707234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1B04A128-22DF-DC38-15DF-2ACEB316DBD2}"/>
                    </a:ext>
                  </a:extLst>
                </p:cNvPr>
                <p:cNvSpPr/>
                <p:nvPr/>
              </p:nvSpPr>
              <p:spPr>
                <a:xfrm>
                  <a:off x="4051648" y="4071935"/>
                  <a:ext cx="597696" cy="5976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01" name="타원 1000">
                  <a:extLst>
                    <a:ext uri="{FF2B5EF4-FFF2-40B4-BE49-F238E27FC236}">
                      <a16:creationId xmlns:a16="http://schemas.microsoft.com/office/drawing/2014/main" id="{DD22F3FC-6831-E41E-942E-5DC0733A1784}"/>
                    </a:ext>
                  </a:extLst>
                </p:cNvPr>
                <p:cNvSpPr/>
                <p:nvPr/>
              </p:nvSpPr>
              <p:spPr>
                <a:xfrm rot="10800000" flipV="1">
                  <a:off x="4376976" y="4126748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5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A179E760-58BA-0CCC-F9AC-6C08412EB290}"/>
                    </a:ext>
                  </a:extLst>
                </p:cNvPr>
                <p:cNvSpPr/>
                <p:nvPr/>
              </p:nvSpPr>
              <p:spPr>
                <a:xfrm rot="10800000" flipV="1">
                  <a:off x="4227436" y="4126748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4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03" name="타원 1002">
                  <a:extLst>
                    <a:ext uri="{FF2B5EF4-FFF2-40B4-BE49-F238E27FC236}">
                      <a16:creationId xmlns:a16="http://schemas.microsoft.com/office/drawing/2014/main" id="{3181C0BB-DE09-63D9-7F10-8C621B69B612}"/>
                    </a:ext>
                  </a:extLst>
                </p:cNvPr>
                <p:cNvSpPr/>
                <p:nvPr/>
              </p:nvSpPr>
              <p:spPr>
                <a:xfrm rot="10800000" flipV="1">
                  <a:off x="4101178" y="4241048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3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1E3999B6-5A51-845F-FF6E-15D5D14AB0C7}"/>
                    </a:ext>
                  </a:extLst>
                </p:cNvPr>
                <p:cNvSpPr/>
                <p:nvPr/>
              </p:nvSpPr>
              <p:spPr>
                <a:xfrm rot="10800000" flipV="1">
                  <a:off x="4101178" y="4399841"/>
                  <a:ext cx="86204" cy="86204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2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05" name="타원 1004">
                  <a:extLst>
                    <a:ext uri="{FF2B5EF4-FFF2-40B4-BE49-F238E27FC236}">
                      <a16:creationId xmlns:a16="http://schemas.microsoft.com/office/drawing/2014/main" id="{C3B93888-2828-9B9F-5F03-83A8F18C6811}"/>
                    </a:ext>
                  </a:extLst>
                </p:cNvPr>
                <p:cNvSpPr/>
                <p:nvPr/>
              </p:nvSpPr>
              <p:spPr>
                <a:xfrm rot="10800000" flipV="1">
                  <a:off x="4227436" y="4529179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1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F9155075-8533-C384-446B-47A75955A34B}"/>
                    </a:ext>
                  </a:extLst>
                </p:cNvPr>
                <p:cNvSpPr/>
                <p:nvPr/>
              </p:nvSpPr>
              <p:spPr>
                <a:xfrm rot="10800000" flipV="1">
                  <a:off x="4520037" y="4241048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6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07" name="타원 1006">
                  <a:extLst>
                    <a:ext uri="{FF2B5EF4-FFF2-40B4-BE49-F238E27FC236}">
                      <a16:creationId xmlns:a16="http://schemas.microsoft.com/office/drawing/2014/main" id="{A3CEA518-0E6E-51DD-758A-0B4FE9D5F451}"/>
                    </a:ext>
                  </a:extLst>
                </p:cNvPr>
                <p:cNvSpPr/>
                <p:nvPr/>
              </p:nvSpPr>
              <p:spPr>
                <a:xfrm rot="10800000" flipV="1">
                  <a:off x="4520037" y="4399841"/>
                  <a:ext cx="86204" cy="86204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7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CAFA63A4-2B87-7765-5487-E278E934708D}"/>
                    </a:ext>
                  </a:extLst>
                </p:cNvPr>
                <p:cNvSpPr/>
                <p:nvPr/>
              </p:nvSpPr>
              <p:spPr>
                <a:xfrm rot="10800000" flipV="1">
                  <a:off x="4376976" y="4529179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8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grpSp>
              <p:nvGrpSpPr>
                <p:cNvPr id="1009" name="그룹 1008">
                  <a:extLst>
                    <a:ext uri="{FF2B5EF4-FFF2-40B4-BE49-F238E27FC236}">
                      <a16:creationId xmlns:a16="http://schemas.microsoft.com/office/drawing/2014/main" id="{3E2C3561-A05E-4F0F-C34F-D4AE00AA8B6B}"/>
                    </a:ext>
                  </a:extLst>
                </p:cNvPr>
                <p:cNvGrpSpPr/>
                <p:nvPr/>
              </p:nvGrpSpPr>
              <p:grpSpPr>
                <a:xfrm>
                  <a:off x="4286010" y="4299391"/>
                  <a:ext cx="127354" cy="152033"/>
                  <a:chOff x="4286010" y="4299391"/>
                  <a:chExt cx="127354" cy="152033"/>
                </a:xfrm>
              </p:grpSpPr>
              <p:sp>
                <p:nvSpPr>
                  <p:cNvPr id="1035" name="타원 1034">
                    <a:extLst>
                      <a:ext uri="{FF2B5EF4-FFF2-40B4-BE49-F238E27FC236}">
                        <a16:creationId xmlns:a16="http://schemas.microsoft.com/office/drawing/2014/main" id="{75DF3319-4DB8-1EAC-EEC6-6B67F9765F71}"/>
                      </a:ext>
                    </a:extLst>
                  </p:cNvPr>
                  <p:cNvSpPr/>
                  <p:nvPr/>
                </p:nvSpPr>
                <p:spPr>
                  <a:xfrm rot="10800000" flipV="1">
                    <a:off x="4286010" y="4299391"/>
                    <a:ext cx="127354" cy="127354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grpSp>
                <p:nvGrpSpPr>
                  <p:cNvPr id="1036" name="그룹 1035">
                    <a:extLst>
                      <a:ext uri="{FF2B5EF4-FFF2-40B4-BE49-F238E27FC236}">
                        <a16:creationId xmlns:a16="http://schemas.microsoft.com/office/drawing/2014/main" id="{17C56D53-F2D7-DBBC-F245-3BB18D39174A}"/>
                      </a:ext>
                    </a:extLst>
                  </p:cNvPr>
                  <p:cNvGrpSpPr/>
                  <p:nvPr/>
                </p:nvGrpSpPr>
                <p:grpSpPr>
                  <a:xfrm>
                    <a:off x="4319351" y="4340330"/>
                    <a:ext cx="55244" cy="111094"/>
                    <a:chOff x="4393640" y="2393296"/>
                    <a:chExt cx="64061" cy="128825"/>
                  </a:xfrm>
                  <a:solidFill>
                    <a:schemeClr val="bg1"/>
                  </a:solidFill>
                </p:grpSpPr>
                <p:sp>
                  <p:nvSpPr>
                    <p:cNvPr id="1037" name="타원 1036">
                      <a:extLst>
                        <a:ext uri="{FF2B5EF4-FFF2-40B4-BE49-F238E27FC236}">
                          <a16:creationId xmlns:a16="http://schemas.microsoft.com/office/drawing/2014/main" id="{336424E7-6288-DFC8-9185-923E6AEE62C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361612" y="2434849"/>
                      <a:ext cx="128824" cy="45719"/>
                    </a:xfrm>
                    <a:prstGeom prst="ellipse">
                      <a:avLst/>
                    </a:prstGeom>
                    <a:grp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038" name="사각형: 둥근 모서리 1037">
                      <a:extLst>
                        <a:ext uri="{FF2B5EF4-FFF2-40B4-BE49-F238E27FC236}">
                          <a16:creationId xmlns:a16="http://schemas.microsoft.com/office/drawing/2014/main" id="{FA22C3C5-EA57-C74B-83D7-217214154B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93640" y="2393296"/>
                      <a:ext cx="64061" cy="83200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</p:grpSp>
            <p:cxnSp>
              <p:nvCxnSpPr>
                <p:cNvPr id="1010" name="직선 연결선 1009">
                  <a:extLst>
                    <a:ext uri="{FF2B5EF4-FFF2-40B4-BE49-F238E27FC236}">
                      <a16:creationId xmlns:a16="http://schemas.microsoft.com/office/drawing/2014/main" id="{79B611FE-6DD9-669E-CAF5-6947958EF92C}"/>
                    </a:ext>
                  </a:extLst>
                </p:cNvPr>
                <p:cNvCxnSpPr>
                  <a:cxnSpLocks/>
                  <a:endCxn id="1001" idx="2"/>
                </p:cNvCxnSpPr>
                <p:nvPr/>
              </p:nvCxnSpPr>
              <p:spPr>
                <a:xfrm flipH="1">
                  <a:off x="4463180" y="4169850"/>
                  <a:ext cx="248520" cy="0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011" name="타원 1010">
                  <a:extLst>
                    <a:ext uri="{FF2B5EF4-FFF2-40B4-BE49-F238E27FC236}">
                      <a16:creationId xmlns:a16="http://schemas.microsoft.com/office/drawing/2014/main" id="{3DBDBDD6-CECE-63E4-AEB9-D3754A5DCF34}"/>
                    </a:ext>
                  </a:extLst>
                </p:cNvPr>
                <p:cNvSpPr/>
                <p:nvPr/>
              </p:nvSpPr>
              <p:spPr>
                <a:xfrm>
                  <a:off x="4688840" y="4146990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D8609187-E373-50CE-98B7-6A136BBFC132}"/>
                    </a:ext>
                  </a:extLst>
                </p:cNvPr>
                <p:cNvSpPr/>
                <p:nvPr/>
              </p:nvSpPr>
              <p:spPr>
                <a:xfrm>
                  <a:off x="4812665" y="4146990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013" name="직선 연결선 1012">
                  <a:extLst>
                    <a:ext uri="{FF2B5EF4-FFF2-40B4-BE49-F238E27FC236}">
                      <a16:creationId xmlns:a16="http://schemas.microsoft.com/office/drawing/2014/main" id="{6632A36A-EA32-7F2A-064D-74BD2E01CA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1580" y="4197673"/>
                  <a:ext cx="166804" cy="0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14" name="직선 연결선 1013">
                  <a:extLst>
                    <a:ext uri="{FF2B5EF4-FFF2-40B4-BE49-F238E27FC236}">
                      <a16:creationId xmlns:a16="http://schemas.microsoft.com/office/drawing/2014/main" id="{13341308-849C-2C4F-3A36-9BC4F9C51C0D}"/>
                    </a:ext>
                  </a:extLst>
                </p:cNvPr>
                <p:cNvCxnSpPr>
                  <a:cxnSpLocks/>
                  <a:endCxn id="1006" idx="2"/>
                </p:cNvCxnSpPr>
                <p:nvPr/>
              </p:nvCxnSpPr>
              <p:spPr>
                <a:xfrm flipH="1">
                  <a:off x="4606241" y="4283957"/>
                  <a:ext cx="105459" cy="193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015" name="타원 1014">
                  <a:extLst>
                    <a:ext uri="{FF2B5EF4-FFF2-40B4-BE49-F238E27FC236}">
                      <a16:creationId xmlns:a16="http://schemas.microsoft.com/office/drawing/2014/main" id="{86377C54-CF99-8797-12A9-357819B1E30A}"/>
                    </a:ext>
                  </a:extLst>
                </p:cNvPr>
                <p:cNvSpPr/>
                <p:nvPr/>
              </p:nvSpPr>
              <p:spPr>
                <a:xfrm>
                  <a:off x="4688840" y="4261097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52D5DA21-60DD-FC88-013A-8EF96F17735D}"/>
                    </a:ext>
                  </a:extLst>
                </p:cNvPr>
                <p:cNvSpPr/>
                <p:nvPr/>
              </p:nvSpPr>
              <p:spPr>
                <a:xfrm>
                  <a:off x="4812665" y="4261097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017" name="직선 연결선 1016">
                  <a:extLst>
                    <a:ext uri="{FF2B5EF4-FFF2-40B4-BE49-F238E27FC236}">
                      <a16:creationId xmlns:a16="http://schemas.microsoft.com/office/drawing/2014/main" id="{B3269385-63BE-69BA-D5E4-435A77E4D0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1580" y="4237873"/>
                  <a:ext cx="166804" cy="0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18" name="연결선: 꺾임 1017">
                  <a:extLst>
                    <a:ext uri="{FF2B5EF4-FFF2-40B4-BE49-F238E27FC236}">
                      <a16:creationId xmlns:a16="http://schemas.microsoft.com/office/drawing/2014/main" id="{0FFA52B1-0D5B-BEF7-54F6-E500E3548408}"/>
                    </a:ext>
                  </a:extLst>
                </p:cNvPr>
                <p:cNvCxnSpPr>
                  <a:cxnSpLocks/>
                  <a:stCxn id="1012" idx="6"/>
                  <a:endCxn id="1016" idx="6"/>
                </p:cNvCxnSpPr>
                <p:nvPr/>
              </p:nvCxnSpPr>
              <p:spPr>
                <a:xfrm>
                  <a:off x="4858384" y="4169850"/>
                  <a:ext cx="12700" cy="114107"/>
                </a:xfrm>
                <a:prstGeom prst="bentConnector3">
                  <a:avLst>
                    <a:gd name="adj1" fmla="val 300000"/>
                  </a:avLst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429AB2F1-7ACD-3948-CA08-0153E706F890}"/>
                    </a:ext>
                  </a:extLst>
                </p:cNvPr>
                <p:cNvSpPr/>
                <p:nvPr/>
              </p:nvSpPr>
              <p:spPr>
                <a:xfrm>
                  <a:off x="4871084" y="4201289"/>
                  <a:ext cx="45719" cy="45719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20" name="자유형: 도형 1019">
                  <a:extLst>
                    <a:ext uri="{FF2B5EF4-FFF2-40B4-BE49-F238E27FC236}">
                      <a16:creationId xmlns:a16="http://schemas.microsoft.com/office/drawing/2014/main" id="{3EA670BD-C950-BC83-F125-475C071E2FDA}"/>
                    </a:ext>
                  </a:extLst>
                </p:cNvPr>
                <p:cNvSpPr/>
                <p:nvPr/>
              </p:nvSpPr>
              <p:spPr>
                <a:xfrm>
                  <a:off x="4457700" y="4221956"/>
                  <a:ext cx="521494" cy="352425"/>
                </a:xfrm>
                <a:custGeom>
                  <a:avLst/>
                  <a:gdLst>
                    <a:gd name="csX0" fmla="*/ 459581 w 521494"/>
                    <a:gd name="csY0" fmla="*/ 0 h 352425"/>
                    <a:gd name="csX1" fmla="*/ 521494 w 521494"/>
                    <a:gd name="csY1" fmla="*/ 0 h 352425"/>
                    <a:gd name="csX2" fmla="*/ 521494 w 521494"/>
                    <a:gd name="csY2" fmla="*/ 352425 h 352425"/>
                    <a:gd name="csX3" fmla="*/ 0 w 521494"/>
                    <a:gd name="csY3" fmla="*/ 352425 h 3524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21494" h="352425">
                      <a:moveTo>
                        <a:pt x="459581" y="0"/>
                      </a:moveTo>
                      <a:lnTo>
                        <a:pt x="521494" y="0"/>
                      </a:lnTo>
                      <a:lnTo>
                        <a:pt x="521494" y="352425"/>
                      </a:lnTo>
                      <a:lnTo>
                        <a:pt x="0" y="35242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21" name="자유형: 도형 1020">
                  <a:extLst>
                    <a:ext uri="{FF2B5EF4-FFF2-40B4-BE49-F238E27FC236}">
                      <a16:creationId xmlns:a16="http://schemas.microsoft.com/office/drawing/2014/main" id="{13C3804F-C2A6-897C-A3E9-8B3E3C338065}"/>
                    </a:ext>
                  </a:extLst>
                </p:cNvPr>
                <p:cNvSpPr/>
                <p:nvPr/>
              </p:nvSpPr>
              <p:spPr>
                <a:xfrm>
                  <a:off x="4600575" y="4445794"/>
                  <a:ext cx="71437" cy="333375"/>
                </a:xfrm>
                <a:custGeom>
                  <a:avLst/>
                  <a:gdLst>
                    <a:gd name="csX0" fmla="*/ 0 w 71437"/>
                    <a:gd name="csY0" fmla="*/ 0 h 333375"/>
                    <a:gd name="csX1" fmla="*/ 71437 w 71437"/>
                    <a:gd name="csY1" fmla="*/ 71437 h 333375"/>
                    <a:gd name="csX2" fmla="*/ 71437 w 71437"/>
                    <a:gd name="csY2" fmla="*/ 333375 h 3333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1437" h="333375">
                      <a:moveTo>
                        <a:pt x="0" y="0"/>
                      </a:moveTo>
                      <a:lnTo>
                        <a:pt x="71437" y="71437"/>
                      </a:lnTo>
                      <a:lnTo>
                        <a:pt x="71437" y="33337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22" name="자유형: 도형 1021">
                  <a:extLst>
                    <a:ext uri="{FF2B5EF4-FFF2-40B4-BE49-F238E27FC236}">
                      <a16:creationId xmlns:a16="http://schemas.microsoft.com/office/drawing/2014/main" id="{75FE7592-A9C5-A6F5-9D82-1C84F6C9C223}"/>
                    </a:ext>
                  </a:extLst>
                </p:cNvPr>
                <p:cNvSpPr/>
                <p:nvPr/>
              </p:nvSpPr>
              <p:spPr>
                <a:xfrm flipH="1">
                  <a:off x="4027834" y="4445794"/>
                  <a:ext cx="71437" cy="333375"/>
                </a:xfrm>
                <a:custGeom>
                  <a:avLst/>
                  <a:gdLst>
                    <a:gd name="csX0" fmla="*/ 0 w 71437"/>
                    <a:gd name="csY0" fmla="*/ 0 h 333375"/>
                    <a:gd name="csX1" fmla="*/ 71437 w 71437"/>
                    <a:gd name="csY1" fmla="*/ 71437 h 333375"/>
                    <a:gd name="csX2" fmla="*/ 71437 w 71437"/>
                    <a:gd name="csY2" fmla="*/ 333375 h 3333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1437" h="333375">
                      <a:moveTo>
                        <a:pt x="0" y="0"/>
                      </a:moveTo>
                      <a:lnTo>
                        <a:pt x="71437" y="71437"/>
                      </a:lnTo>
                      <a:lnTo>
                        <a:pt x="71437" y="33337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grpSp>
              <p:nvGrpSpPr>
                <p:cNvPr id="1023" name="그룹 1022">
                  <a:extLst>
                    <a:ext uri="{FF2B5EF4-FFF2-40B4-BE49-F238E27FC236}">
                      <a16:creationId xmlns:a16="http://schemas.microsoft.com/office/drawing/2014/main" id="{180AA073-6932-04AA-6E40-6BD561E38339}"/>
                    </a:ext>
                  </a:extLst>
                </p:cNvPr>
                <p:cNvGrpSpPr/>
                <p:nvPr/>
              </p:nvGrpSpPr>
              <p:grpSpPr>
                <a:xfrm flipH="1">
                  <a:off x="3773812" y="4146990"/>
                  <a:ext cx="453623" cy="159826"/>
                  <a:chOff x="3448845" y="4146990"/>
                  <a:chExt cx="453623" cy="159826"/>
                </a:xfrm>
              </p:grpSpPr>
              <p:cxnSp>
                <p:nvCxnSpPr>
                  <p:cNvPr id="1025" name="직선 연결선 1024">
                    <a:extLst>
                      <a:ext uri="{FF2B5EF4-FFF2-40B4-BE49-F238E27FC236}">
                        <a16:creationId xmlns:a16="http://schemas.microsoft.com/office/drawing/2014/main" id="{CCEFE93B-0DBA-424C-1B90-76A48EAB63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48845" y="4169850"/>
                    <a:ext cx="248520" cy="0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1026" name="타원 1025">
                    <a:extLst>
                      <a:ext uri="{FF2B5EF4-FFF2-40B4-BE49-F238E27FC236}">
                        <a16:creationId xmlns:a16="http://schemas.microsoft.com/office/drawing/2014/main" id="{A4DE8BEF-2BB0-CC6E-1443-C165F92DBA30}"/>
                      </a:ext>
                    </a:extLst>
                  </p:cNvPr>
                  <p:cNvSpPr/>
                  <p:nvPr/>
                </p:nvSpPr>
                <p:spPr>
                  <a:xfrm>
                    <a:off x="3674505" y="4146990"/>
                    <a:ext cx="45719" cy="45719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027" name="타원 1026">
                    <a:extLst>
                      <a:ext uri="{FF2B5EF4-FFF2-40B4-BE49-F238E27FC236}">
                        <a16:creationId xmlns:a16="http://schemas.microsoft.com/office/drawing/2014/main" id="{C7D6676C-0A71-1563-43E6-B7633DFE5AF0}"/>
                      </a:ext>
                    </a:extLst>
                  </p:cNvPr>
                  <p:cNvSpPr/>
                  <p:nvPr/>
                </p:nvSpPr>
                <p:spPr>
                  <a:xfrm>
                    <a:off x="3798330" y="4146990"/>
                    <a:ext cx="45719" cy="45719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028" name="직선 연결선 1027">
                    <a:extLst>
                      <a:ext uri="{FF2B5EF4-FFF2-40B4-BE49-F238E27FC236}">
                        <a16:creationId xmlns:a16="http://schemas.microsoft.com/office/drawing/2014/main" id="{AD4A0921-432A-59B7-C69F-B72CE51741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77245" y="4197673"/>
                    <a:ext cx="166804" cy="0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29" name="직선 연결선 1028">
                    <a:extLst>
                      <a:ext uri="{FF2B5EF4-FFF2-40B4-BE49-F238E27FC236}">
                        <a16:creationId xmlns:a16="http://schemas.microsoft.com/office/drawing/2014/main" id="{5D6576B7-14C2-41B9-42DB-3E8DAE60DD6E}"/>
                      </a:ext>
                    </a:extLst>
                  </p:cNvPr>
                  <p:cNvCxnSpPr>
                    <a:cxnSpLocks/>
                    <a:endCxn id="1003" idx="6"/>
                  </p:cNvCxnSpPr>
                  <p:nvPr/>
                </p:nvCxnSpPr>
                <p:spPr>
                  <a:xfrm flipH="1">
                    <a:off x="3575102" y="4283957"/>
                    <a:ext cx="122263" cy="193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1030" name="타원 1029">
                    <a:extLst>
                      <a:ext uri="{FF2B5EF4-FFF2-40B4-BE49-F238E27FC236}">
                        <a16:creationId xmlns:a16="http://schemas.microsoft.com/office/drawing/2014/main" id="{B9496DA9-763C-EA9B-F7E9-F313C56F7477}"/>
                      </a:ext>
                    </a:extLst>
                  </p:cNvPr>
                  <p:cNvSpPr/>
                  <p:nvPr/>
                </p:nvSpPr>
                <p:spPr>
                  <a:xfrm>
                    <a:off x="3674505" y="4261097"/>
                    <a:ext cx="45719" cy="45719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031" name="타원 1030">
                    <a:extLst>
                      <a:ext uri="{FF2B5EF4-FFF2-40B4-BE49-F238E27FC236}">
                        <a16:creationId xmlns:a16="http://schemas.microsoft.com/office/drawing/2014/main" id="{A558E804-11D1-A4AC-2137-43A362CF244A}"/>
                      </a:ext>
                    </a:extLst>
                  </p:cNvPr>
                  <p:cNvSpPr/>
                  <p:nvPr/>
                </p:nvSpPr>
                <p:spPr>
                  <a:xfrm>
                    <a:off x="3798330" y="4261097"/>
                    <a:ext cx="45719" cy="45719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032" name="직선 연결선 1031">
                    <a:extLst>
                      <a:ext uri="{FF2B5EF4-FFF2-40B4-BE49-F238E27FC236}">
                        <a16:creationId xmlns:a16="http://schemas.microsoft.com/office/drawing/2014/main" id="{194F9E80-EEF1-F721-4B62-D1AC81C03C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77245" y="4237873"/>
                    <a:ext cx="166804" cy="0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33" name="연결선: 꺾임 1032">
                    <a:extLst>
                      <a:ext uri="{FF2B5EF4-FFF2-40B4-BE49-F238E27FC236}">
                        <a16:creationId xmlns:a16="http://schemas.microsoft.com/office/drawing/2014/main" id="{E7D87A9C-AB9D-8DA2-9C2A-E0D6F724786C}"/>
                      </a:ext>
                    </a:extLst>
                  </p:cNvPr>
                  <p:cNvCxnSpPr>
                    <a:cxnSpLocks/>
                    <a:stCxn id="1027" idx="6"/>
                    <a:endCxn id="1031" idx="6"/>
                  </p:cNvCxnSpPr>
                  <p:nvPr/>
                </p:nvCxnSpPr>
                <p:spPr>
                  <a:xfrm>
                    <a:off x="3844049" y="4169850"/>
                    <a:ext cx="12700" cy="114107"/>
                  </a:xfrm>
                  <a:prstGeom prst="bentConnector3">
                    <a:avLst>
                      <a:gd name="adj1" fmla="val 300000"/>
                    </a:avLst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1034" name="타원 1033">
                    <a:extLst>
                      <a:ext uri="{FF2B5EF4-FFF2-40B4-BE49-F238E27FC236}">
                        <a16:creationId xmlns:a16="http://schemas.microsoft.com/office/drawing/2014/main" id="{6FFEA13A-DDEF-7786-6D26-A5A6E51F7CDE}"/>
                      </a:ext>
                    </a:extLst>
                  </p:cNvPr>
                  <p:cNvSpPr/>
                  <p:nvPr/>
                </p:nvSpPr>
                <p:spPr>
                  <a:xfrm>
                    <a:off x="3856749" y="4201289"/>
                    <a:ext cx="45719" cy="45719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sp>
              <p:nvSpPr>
                <p:cNvPr id="1024" name="자유형: 도형 1023">
                  <a:extLst>
                    <a:ext uri="{FF2B5EF4-FFF2-40B4-BE49-F238E27FC236}">
                      <a16:creationId xmlns:a16="http://schemas.microsoft.com/office/drawing/2014/main" id="{A46B55DD-597F-3E2E-791B-76E04A7AC1BF}"/>
                    </a:ext>
                  </a:extLst>
                </p:cNvPr>
                <p:cNvSpPr/>
                <p:nvPr/>
              </p:nvSpPr>
              <p:spPr>
                <a:xfrm flipH="1">
                  <a:off x="3711025" y="4221956"/>
                  <a:ext cx="521494" cy="352425"/>
                </a:xfrm>
                <a:custGeom>
                  <a:avLst/>
                  <a:gdLst>
                    <a:gd name="csX0" fmla="*/ 459581 w 521494"/>
                    <a:gd name="csY0" fmla="*/ 0 h 352425"/>
                    <a:gd name="csX1" fmla="*/ 521494 w 521494"/>
                    <a:gd name="csY1" fmla="*/ 0 h 352425"/>
                    <a:gd name="csX2" fmla="*/ 521494 w 521494"/>
                    <a:gd name="csY2" fmla="*/ 352425 h 352425"/>
                    <a:gd name="csX3" fmla="*/ 0 w 521494"/>
                    <a:gd name="csY3" fmla="*/ 352425 h 3524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21494" h="352425">
                      <a:moveTo>
                        <a:pt x="459581" y="0"/>
                      </a:moveTo>
                      <a:lnTo>
                        <a:pt x="521494" y="0"/>
                      </a:lnTo>
                      <a:lnTo>
                        <a:pt x="521494" y="352425"/>
                      </a:lnTo>
                      <a:lnTo>
                        <a:pt x="0" y="35242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sp>
            <p:nvSpPr>
              <p:cNvPr id="994" name="TextBox 993">
                <a:extLst>
                  <a:ext uri="{FF2B5EF4-FFF2-40B4-BE49-F238E27FC236}">
                    <a16:creationId xmlns:a16="http://schemas.microsoft.com/office/drawing/2014/main" id="{0F8AADBF-9907-7E2D-60D5-418061B7F506}"/>
                  </a:ext>
                </a:extLst>
              </p:cNvPr>
              <p:cNvSpPr txBox="1"/>
              <p:nvPr/>
            </p:nvSpPr>
            <p:spPr>
              <a:xfrm>
                <a:off x="4189136" y="4284933"/>
                <a:ext cx="48295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995" name="TextBox 994">
                <a:extLst>
                  <a:ext uri="{FF2B5EF4-FFF2-40B4-BE49-F238E27FC236}">
                    <a16:creationId xmlns:a16="http://schemas.microsoft.com/office/drawing/2014/main" id="{199BB985-4735-77A5-A43D-8EDF71385A3F}"/>
                  </a:ext>
                </a:extLst>
              </p:cNvPr>
              <p:cNvSpPr txBox="1"/>
              <p:nvPr/>
            </p:nvSpPr>
            <p:spPr>
              <a:xfrm>
                <a:off x="4250937" y="4216396"/>
                <a:ext cx="5448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b</a:t>
                </a:r>
              </a:p>
            </p:txBody>
          </p:sp>
          <p:sp>
            <p:nvSpPr>
              <p:cNvPr id="996" name="TextBox 995">
                <a:extLst>
                  <a:ext uri="{FF2B5EF4-FFF2-40B4-BE49-F238E27FC236}">
                    <a16:creationId xmlns:a16="http://schemas.microsoft.com/office/drawing/2014/main" id="{A9CD9C84-5EE1-B6B3-7F1A-4F8010D59118}"/>
                  </a:ext>
                </a:extLst>
              </p:cNvPr>
              <p:cNvSpPr txBox="1"/>
              <p:nvPr/>
            </p:nvSpPr>
            <p:spPr>
              <a:xfrm>
                <a:off x="4395646" y="4216396"/>
                <a:ext cx="5448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b</a:t>
                </a:r>
              </a:p>
            </p:txBody>
          </p:sp>
          <p:sp>
            <p:nvSpPr>
              <p:cNvPr id="997" name="TextBox 996">
                <a:extLst>
                  <a:ext uri="{FF2B5EF4-FFF2-40B4-BE49-F238E27FC236}">
                    <a16:creationId xmlns:a16="http://schemas.microsoft.com/office/drawing/2014/main" id="{46F4AA3E-8F0E-BDD2-C49D-8778438BF699}"/>
                  </a:ext>
                </a:extLst>
              </p:cNvPr>
              <p:cNvSpPr txBox="1"/>
              <p:nvPr/>
            </p:nvSpPr>
            <p:spPr>
              <a:xfrm>
                <a:off x="4476653" y="4284933"/>
                <a:ext cx="48295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998" name="TextBox 997">
                <a:extLst>
                  <a:ext uri="{FF2B5EF4-FFF2-40B4-BE49-F238E27FC236}">
                    <a16:creationId xmlns:a16="http://schemas.microsoft.com/office/drawing/2014/main" id="{70645152-34EC-7B5A-3493-6EF2CAD2D24E}"/>
                  </a:ext>
                </a:extLst>
              </p:cNvPr>
              <p:cNvSpPr txBox="1"/>
              <p:nvPr/>
            </p:nvSpPr>
            <p:spPr>
              <a:xfrm>
                <a:off x="4242746" y="4453428"/>
                <a:ext cx="4705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c</a:t>
                </a:r>
              </a:p>
            </p:txBody>
          </p:sp>
          <p:sp>
            <p:nvSpPr>
              <p:cNvPr id="999" name="TextBox 998">
                <a:extLst>
                  <a:ext uri="{FF2B5EF4-FFF2-40B4-BE49-F238E27FC236}">
                    <a16:creationId xmlns:a16="http://schemas.microsoft.com/office/drawing/2014/main" id="{5403555D-3CF0-F391-468A-C214834C4174}"/>
                  </a:ext>
                </a:extLst>
              </p:cNvPr>
              <p:cNvSpPr txBox="1"/>
              <p:nvPr/>
            </p:nvSpPr>
            <p:spPr>
              <a:xfrm>
                <a:off x="4394599" y="4453428"/>
                <a:ext cx="4705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039" name="그룹 1038">
              <a:extLst>
                <a:ext uri="{FF2B5EF4-FFF2-40B4-BE49-F238E27FC236}">
                  <a16:creationId xmlns:a16="http://schemas.microsoft.com/office/drawing/2014/main" id="{4E9AB837-FF32-87F6-BC49-88FF90C8F16A}"/>
                </a:ext>
              </a:extLst>
            </p:cNvPr>
            <p:cNvGrpSpPr/>
            <p:nvPr/>
          </p:nvGrpSpPr>
          <p:grpSpPr>
            <a:xfrm>
              <a:off x="3356547" y="975688"/>
              <a:ext cx="628786" cy="1097889"/>
              <a:chOff x="261836" y="834871"/>
              <a:chExt cx="628786" cy="1097889"/>
            </a:xfrm>
          </p:grpSpPr>
          <p:sp>
            <p:nvSpPr>
              <p:cNvPr id="1040" name="TextBox 1039">
                <a:extLst>
                  <a:ext uri="{FF2B5EF4-FFF2-40B4-BE49-F238E27FC236}">
                    <a16:creationId xmlns:a16="http://schemas.microsoft.com/office/drawing/2014/main" id="{8E022A87-D025-4A3D-86DA-E43941E38302}"/>
                  </a:ext>
                </a:extLst>
              </p:cNvPr>
              <p:cNvSpPr txBox="1"/>
              <p:nvPr/>
            </p:nvSpPr>
            <p:spPr>
              <a:xfrm>
                <a:off x="289099" y="1272739"/>
                <a:ext cx="577301" cy="285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X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(8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핀 릴레이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)</a:t>
                </a:r>
                <a:endPara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041" name="TextBox 1040">
                <a:extLst>
                  <a:ext uri="{FF2B5EF4-FFF2-40B4-BE49-F238E27FC236}">
                    <a16:creationId xmlns:a16="http://schemas.microsoft.com/office/drawing/2014/main" id="{AF8B1C4F-9EAA-DC17-3E4F-7C8016E073B1}"/>
                  </a:ext>
                </a:extLst>
              </p:cNvPr>
              <p:cNvSpPr txBox="1"/>
              <p:nvPr/>
            </p:nvSpPr>
            <p:spPr>
              <a:xfrm>
                <a:off x="267032" y="1825770"/>
                <a:ext cx="15355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전원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042" name="TextBox 1041">
                <a:extLst>
                  <a:ext uri="{FF2B5EF4-FFF2-40B4-BE49-F238E27FC236}">
                    <a16:creationId xmlns:a16="http://schemas.microsoft.com/office/drawing/2014/main" id="{69AD68D8-2989-FF3A-984E-7F81A8F643D2}"/>
                  </a:ext>
                </a:extLst>
              </p:cNvPr>
              <p:cNvSpPr txBox="1"/>
              <p:nvPr/>
            </p:nvSpPr>
            <p:spPr>
              <a:xfrm>
                <a:off x="737072" y="1825770"/>
                <a:ext cx="15355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전원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DA44359A-CC44-6756-09E9-A60DB07BB9F0}"/>
                  </a:ext>
                </a:extLst>
              </p:cNvPr>
              <p:cNvSpPr txBox="1"/>
              <p:nvPr/>
            </p:nvSpPr>
            <p:spPr>
              <a:xfrm>
                <a:off x="470768" y="1825770"/>
                <a:ext cx="5944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C</a:t>
                </a:r>
              </a:p>
            </p:txBody>
          </p:sp>
          <p:sp>
            <p:nvSpPr>
              <p:cNvPr id="1044" name="TextBox 1043">
                <a:extLst>
                  <a:ext uri="{FF2B5EF4-FFF2-40B4-BE49-F238E27FC236}">
                    <a16:creationId xmlns:a16="http://schemas.microsoft.com/office/drawing/2014/main" id="{21E70BF4-82BB-CA55-95A7-346E72F81B87}"/>
                  </a:ext>
                </a:extLst>
              </p:cNvPr>
              <p:cNvSpPr txBox="1"/>
              <p:nvPr/>
            </p:nvSpPr>
            <p:spPr>
              <a:xfrm>
                <a:off x="627448" y="1825770"/>
                <a:ext cx="5944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C</a:t>
                </a:r>
              </a:p>
            </p:txBody>
          </p:sp>
          <p:grpSp>
            <p:nvGrpSpPr>
              <p:cNvPr id="1045" name="그룹 1044">
                <a:extLst>
                  <a:ext uri="{FF2B5EF4-FFF2-40B4-BE49-F238E27FC236}">
                    <a16:creationId xmlns:a16="http://schemas.microsoft.com/office/drawing/2014/main" id="{31C9AE7B-D2F1-1618-827B-A079844C7EB7}"/>
                  </a:ext>
                </a:extLst>
              </p:cNvPr>
              <p:cNvGrpSpPr/>
              <p:nvPr/>
            </p:nvGrpSpPr>
            <p:grpSpPr>
              <a:xfrm>
                <a:off x="261836" y="1020908"/>
                <a:ext cx="628650" cy="785812"/>
                <a:chOff x="3206750" y="1576969"/>
                <a:chExt cx="628650" cy="785812"/>
              </a:xfrm>
            </p:grpSpPr>
            <p:grpSp>
              <p:nvGrpSpPr>
                <p:cNvPr id="1051" name="그룹 1050">
                  <a:extLst>
                    <a:ext uri="{FF2B5EF4-FFF2-40B4-BE49-F238E27FC236}">
                      <a16:creationId xmlns:a16="http://schemas.microsoft.com/office/drawing/2014/main" id="{813705A3-B22A-5AC5-818C-E9E35688D482}"/>
                    </a:ext>
                  </a:extLst>
                </p:cNvPr>
                <p:cNvGrpSpPr/>
                <p:nvPr/>
              </p:nvGrpSpPr>
              <p:grpSpPr>
                <a:xfrm>
                  <a:off x="3206750" y="1576969"/>
                  <a:ext cx="628650" cy="785812"/>
                  <a:chOff x="4130675" y="1252538"/>
                  <a:chExt cx="628650" cy="785812"/>
                </a:xfrm>
              </p:grpSpPr>
              <p:grpSp>
                <p:nvGrpSpPr>
                  <p:cNvPr id="1060" name="그룹 1059">
                    <a:extLst>
                      <a:ext uri="{FF2B5EF4-FFF2-40B4-BE49-F238E27FC236}">
                        <a16:creationId xmlns:a16="http://schemas.microsoft.com/office/drawing/2014/main" id="{E6BF8B11-305F-BF2E-4929-FF5E2C1D01AE}"/>
                      </a:ext>
                    </a:extLst>
                  </p:cNvPr>
                  <p:cNvGrpSpPr/>
                  <p:nvPr/>
                </p:nvGrpSpPr>
                <p:grpSpPr>
                  <a:xfrm>
                    <a:off x="4157663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093" name="타원 1092">
                      <a:extLst>
                        <a:ext uri="{FF2B5EF4-FFF2-40B4-BE49-F238E27FC236}">
                          <a16:creationId xmlns:a16="http://schemas.microsoft.com/office/drawing/2014/main" id="{C664A64E-2173-C20F-39BE-D5DEEF5039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094" name="더하기 기호 1093">
                      <a:extLst>
                        <a:ext uri="{FF2B5EF4-FFF2-40B4-BE49-F238E27FC236}">
                          <a16:creationId xmlns:a16="http://schemas.microsoft.com/office/drawing/2014/main" id="{3A16C962-F554-B1BE-C8A0-CCC3566CE9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61" name="그룹 1060">
                    <a:extLst>
                      <a:ext uri="{FF2B5EF4-FFF2-40B4-BE49-F238E27FC236}">
                        <a16:creationId xmlns:a16="http://schemas.microsoft.com/office/drawing/2014/main" id="{DF53BC82-2B96-7D9F-E6F9-DF8C84EBB887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1252538"/>
                    <a:ext cx="628650" cy="134936"/>
                    <a:chOff x="3502025" y="1252538"/>
                    <a:chExt cx="628650" cy="134936"/>
                  </a:xfrm>
                </p:grpSpPr>
                <p:sp>
                  <p:nvSpPr>
                    <p:cNvPr id="1089" name="직사각형 1088">
                      <a:extLst>
                        <a:ext uri="{FF2B5EF4-FFF2-40B4-BE49-F238E27FC236}">
                          <a16:creationId xmlns:a16="http://schemas.microsoft.com/office/drawing/2014/main" id="{7DD72696-D44E-8A88-EAA6-3FB709110B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2025" y="1252538"/>
                      <a:ext cx="628650" cy="134936"/>
                    </a:xfrm>
                    <a:prstGeom prst="rect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090" name="직선 연결선 1089">
                      <a:extLst>
                        <a:ext uri="{FF2B5EF4-FFF2-40B4-BE49-F238E27FC236}">
                          <a16:creationId xmlns:a16="http://schemas.microsoft.com/office/drawing/2014/main" id="{8CB8972E-F769-61B6-1B73-4EB3B14F193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659188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091" name="직선 연결선 1090">
                      <a:extLst>
                        <a:ext uri="{FF2B5EF4-FFF2-40B4-BE49-F238E27FC236}">
                          <a16:creationId xmlns:a16="http://schemas.microsoft.com/office/drawing/2014/main" id="{ADED9EF0-3CCC-F925-1273-76B04829196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16351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092" name="직선 연결선 1091">
                      <a:extLst>
                        <a:ext uri="{FF2B5EF4-FFF2-40B4-BE49-F238E27FC236}">
                          <a16:creationId xmlns:a16="http://schemas.microsoft.com/office/drawing/2014/main" id="{1ACFA5B2-2859-3F9A-57EC-2EA2DBAB853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73514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sp>
                <p:nvSpPr>
                  <p:cNvPr id="1062" name="직사각형 1061">
                    <a:extLst>
                      <a:ext uri="{FF2B5EF4-FFF2-40B4-BE49-F238E27FC236}">
                        <a16:creationId xmlns:a16="http://schemas.microsoft.com/office/drawing/2014/main" id="{364E82F8-5835-8B9B-A315-4AD910F0922F}"/>
                      </a:ext>
                    </a:extLst>
                  </p:cNvPr>
                  <p:cNvSpPr/>
                  <p:nvPr/>
                </p:nvSpPr>
                <p:spPr>
                  <a:xfrm>
                    <a:off x="4130675" y="1387474"/>
                    <a:ext cx="628650" cy="515940"/>
                  </a:xfrm>
                  <a:prstGeom prst="rect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grpSp>
                <p:nvGrpSpPr>
                  <p:cNvPr id="1063" name="그룹 1062">
                    <a:extLst>
                      <a:ext uri="{FF2B5EF4-FFF2-40B4-BE49-F238E27FC236}">
                        <a16:creationId xmlns:a16="http://schemas.microsoft.com/office/drawing/2014/main" id="{69C83599-3803-8F2C-AF03-40E9A7CD99E4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1903414"/>
                    <a:ext cx="628650" cy="134936"/>
                    <a:chOff x="3502025" y="1252538"/>
                    <a:chExt cx="628650" cy="134936"/>
                  </a:xfrm>
                </p:grpSpPr>
                <p:sp>
                  <p:nvSpPr>
                    <p:cNvPr id="1085" name="직사각형 1084">
                      <a:extLst>
                        <a:ext uri="{FF2B5EF4-FFF2-40B4-BE49-F238E27FC236}">
                          <a16:creationId xmlns:a16="http://schemas.microsoft.com/office/drawing/2014/main" id="{FF1089C1-002D-F7C5-64B4-55C0F38EAC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2025" y="1252538"/>
                      <a:ext cx="628650" cy="134936"/>
                    </a:xfrm>
                    <a:prstGeom prst="rect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086" name="직선 연결선 1085">
                      <a:extLst>
                        <a:ext uri="{FF2B5EF4-FFF2-40B4-BE49-F238E27FC236}">
                          <a16:creationId xmlns:a16="http://schemas.microsoft.com/office/drawing/2014/main" id="{010307B5-04E0-6CD6-A48A-F365AFBC230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659188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087" name="직선 연결선 1086">
                      <a:extLst>
                        <a:ext uri="{FF2B5EF4-FFF2-40B4-BE49-F238E27FC236}">
                          <a16:creationId xmlns:a16="http://schemas.microsoft.com/office/drawing/2014/main" id="{13096CD9-D37C-17EF-2A7D-C1BEDEB809B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16351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088" name="직선 연결선 1087">
                      <a:extLst>
                        <a:ext uri="{FF2B5EF4-FFF2-40B4-BE49-F238E27FC236}">
                          <a16:creationId xmlns:a16="http://schemas.microsoft.com/office/drawing/2014/main" id="{BFA0BC03-B148-53BB-37C2-4D6C9776B43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73514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064" name="그룹 1063">
                    <a:extLst>
                      <a:ext uri="{FF2B5EF4-FFF2-40B4-BE49-F238E27FC236}">
                        <a16:creationId xmlns:a16="http://schemas.microsoft.com/office/drawing/2014/main" id="{D287283B-3629-446C-09E1-2D0E065FDD48}"/>
                      </a:ext>
                    </a:extLst>
                  </p:cNvPr>
                  <p:cNvGrpSpPr/>
                  <p:nvPr/>
                </p:nvGrpSpPr>
                <p:grpSpPr>
                  <a:xfrm>
                    <a:off x="4316413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083" name="타원 1082">
                      <a:extLst>
                        <a:ext uri="{FF2B5EF4-FFF2-40B4-BE49-F238E27FC236}">
                          <a16:creationId xmlns:a16="http://schemas.microsoft.com/office/drawing/2014/main" id="{387A413A-24A2-2012-7B0F-D7347C96BE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084" name="더하기 기호 1083">
                      <a:extLst>
                        <a:ext uri="{FF2B5EF4-FFF2-40B4-BE49-F238E27FC236}">
                          <a16:creationId xmlns:a16="http://schemas.microsoft.com/office/drawing/2014/main" id="{AB1221B1-1E5F-71B7-1049-EB24DD4C1E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65" name="그룹 1064">
                    <a:extLst>
                      <a:ext uri="{FF2B5EF4-FFF2-40B4-BE49-F238E27FC236}">
                        <a16:creationId xmlns:a16="http://schemas.microsoft.com/office/drawing/2014/main" id="{9F2B43E0-1772-01BE-F8A8-29CA6F7859F3}"/>
                      </a:ext>
                    </a:extLst>
                  </p:cNvPr>
                  <p:cNvGrpSpPr/>
                  <p:nvPr/>
                </p:nvGrpSpPr>
                <p:grpSpPr>
                  <a:xfrm>
                    <a:off x="4471988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081" name="타원 1080">
                      <a:extLst>
                        <a:ext uri="{FF2B5EF4-FFF2-40B4-BE49-F238E27FC236}">
                          <a16:creationId xmlns:a16="http://schemas.microsoft.com/office/drawing/2014/main" id="{E61E44E1-EF99-0090-7E0F-1D7351306A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082" name="더하기 기호 1081">
                      <a:extLst>
                        <a:ext uri="{FF2B5EF4-FFF2-40B4-BE49-F238E27FC236}">
                          <a16:creationId xmlns:a16="http://schemas.microsoft.com/office/drawing/2014/main" id="{C7195C53-E119-3BCA-E221-68EFCEC6AC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66" name="그룹 1065">
                    <a:extLst>
                      <a:ext uri="{FF2B5EF4-FFF2-40B4-BE49-F238E27FC236}">
                        <a16:creationId xmlns:a16="http://schemas.microsoft.com/office/drawing/2014/main" id="{37DAEAB1-C5F4-5551-3CBA-64524AD75211}"/>
                      </a:ext>
                    </a:extLst>
                  </p:cNvPr>
                  <p:cNvGrpSpPr/>
                  <p:nvPr/>
                </p:nvGrpSpPr>
                <p:grpSpPr>
                  <a:xfrm>
                    <a:off x="4630738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079" name="타원 1078">
                      <a:extLst>
                        <a:ext uri="{FF2B5EF4-FFF2-40B4-BE49-F238E27FC236}">
                          <a16:creationId xmlns:a16="http://schemas.microsoft.com/office/drawing/2014/main" id="{F33F010A-CB1C-6892-B5F8-78C6661481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080" name="더하기 기호 1079">
                      <a:extLst>
                        <a:ext uri="{FF2B5EF4-FFF2-40B4-BE49-F238E27FC236}">
                          <a16:creationId xmlns:a16="http://schemas.microsoft.com/office/drawing/2014/main" id="{C99EEFC9-A4CF-7FE8-E1A8-DB598915AA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67" name="그룹 1066">
                    <a:extLst>
                      <a:ext uri="{FF2B5EF4-FFF2-40B4-BE49-F238E27FC236}">
                        <a16:creationId xmlns:a16="http://schemas.microsoft.com/office/drawing/2014/main" id="{6839CFA0-A80E-2815-C112-13E08F2EA203}"/>
                      </a:ext>
                    </a:extLst>
                  </p:cNvPr>
                  <p:cNvGrpSpPr/>
                  <p:nvPr/>
                </p:nvGrpSpPr>
                <p:grpSpPr>
                  <a:xfrm>
                    <a:off x="4157663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077" name="타원 1076">
                      <a:extLst>
                        <a:ext uri="{FF2B5EF4-FFF2-40B4-BE49-F238E27FC236}">
                          <a16:creationId xmlns:a16="http://schemas.microsoft.com/office/drawing/2014/main" id="{8BCF4563-2518-EC7E-FD83-379CFF092D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078" name="더하기 기호 1077">
                      <a:extLst>
                        <a:ext uri="{FF2B5EF4-FFF2-40B4-BE49-F238E27FC236}">
                          <a16:creationId xmlns:a16="http://schemas.microsoft.com/office/drawing/2014/main" id="{305AFC52-A402-0147-137C-27AB0C5317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68" name="그룹 1067">
                    <a:extLst>
                      <a:ext uri="{FF2B5EF4-FFF2-40B4-BE49-F238E27FC236}">
                        <a16:creationId xmlns:a16="http://schemas.microsoft.com/office/drawing/2014/main" id="{002DC671-6579-F502-8A5D-68D631A0265B}"/>
                      </a:ext>
                    </a:extLst>
                  </p:cNvPr>
                  <p:cNvGrpSpPr/>
                  <p:nvPr/>
                </p:nvGrpSpPr>
                <p:grpSpPr>
                  <a:xfrm>
                    <a:off x="4316413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075" name="타원 1074">
                      <a:extLst>
                        <a:ext uri="{FF2B5EF4-FFF2-40B4-BE49-F238E27FC236}">
                          <a16:creationId xmlns:a16="http://schemas.microsoft.com/office/drawing/2014/main" id="{75DC7B8B-12EF-F69D-76F5-6663A510E7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076" name="더하기 기호 1075">
                      <a:extLst>
                        <a:ext uri="{FF2B5EF4-FFF2-40B4-BE49-F238E27FC236}">
                          <a16:creationId xmlns:a16="http://schemas.microsoft.com/office/drawing/2014/main" id="{4FDAF37D-F3C5-ED71-8C39-93D5451518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69" name="그룹 1068">
                    <a:extLst>
                      <a:ext uri="{FF2B5EF4-FFF2-40B4-BE49-F238E27FC236}">
                        <a16:creationId xmlns:a16="http://schemas.microsoft.com/office/drawing/2014/main" id="{4436ECAA-D6FA-95E7-F2A0-B6E641352A85}"/>
                      </a:ext>
                    </a:extLst>
                  </p:cNvPr>
                  <p:cNvGrpSpPr/>
                  <p:nvPr/>
                </p:nvGrpSpPr>
                <p:grpSpPr>
                  <a:xfrm>
                    <a:off x="4471988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073" name="타원 1072">
                      <a:extLst>
                        <a:ext uri="{FF2B5EF4-FFF2-40B4-BE49-F238E27FC236}">
                          <a16:creationId xmlns:a16="http://schemas.microsoft.com/office/drawing/2014/main" id="{21555E63-D86B-F1FC-60ED-9873C6EEC5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074" name="더하기 기호 1073">
                      <a:extLst>
                        <a:ext uri="{FF2B5EF4-FFF2-40B4-BE49-F238E27FC236}">
                          <a16:creationId xmlns:a16="http://schemas.microsoft.com/office/drawing/2014/main" id="{1D902730-1298-8F12-03FE-3512A5B6CC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70" name="그룹 1069">
                    <a:extLst>
                      <a:ext uri="{FF2B5EF4-FFF2-40B4-BE49-F238E27FC236}">
                        <a16:creationId xmlns:a16="http://schemas.microsoft.com/office/drawing/2014/main" id="{B5671E90-F2F2-3759-46E2-BF63F6A05CA1}"/>
                      </a:ext>
                    </a:extLst>
                  </p:cNvPr>
                  <p:cNvGrpSpPr/>
                  <p:nvPr/>
                </p:nvGrpSpPr>
                <p:grpSpPr>
                  <a:xfrm>
                    <a:off x="4630738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071" name="타원 1070">
                      <a:extLst>
                        <a:ext uri="{FF2B5EF4-FFF2-40B4-BE49-F238E27FC236}">
                          <a16:creationId xmlns:a16="http://schemas.microsoft.com/office/drawing/2014/main" id="{D844B0D8-06CE-1456-8293-2553E4C690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072" name="더하기 기호 1071">
                      <a:extLst>
                        <a:ext uri="{FF2B5EF4-FFF2-40B4-BE49-F238E27FC236}">
                          <a16:creationId xmlns:a16="http://schemas.microsoft.com/office/drawing/2014/main" id="{A4A98116-6516-89D1-7C07-6B6A09141B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052" name="TextBox 1051">
                  <a:extLst>
                    <a:ext uri="{FF2B5EF4-FFF2-40B4-BE49-F238E27FC236}">
                      <a16:creationId xmlns:a16="http://schemas.microsoft.com/office/drawing/2014/main" id="{AA734EE9-C846-0411-9BD2-EC09D27CEEE9}"/>
                    </a:ext>
                  </a:extLst>
                </p:cNvPr>
                <p:cNvSpPr txBox="1"/>
                <p:nvPr/>
              </p:nvSpPr>
              <p:spPr>
                <a:xfrm>
                  <a:off x="3263954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7</a:t>
                  </a:r>
                </a:p>
              </p:txBody>
            </p:sp>
            <p:sp>
              <p:nvSpPr>
                <p:cNvPr id="1053" name="TextBox 1052">
                  <a:extLst>
                    <a:ext uri="{FF2B5EF4-FFF2-40B4-BE49-F238E27FC236}">
                      <a16:creationId xmlns:a16="http://schemas.microsoft.com/office/drawing/2014/main" id="{94028319-08A3-E62B-F189-E9E242552F5E}"/>
                    </a:ext>
                  </a:extLst>
                </p:cNvPr>
                <p:cNvSpPr txBox="1"/>
                <p:nvPr/>
              </p:nvSpPr>
              <p:spPr>
                <a:xfrm>
                  <a:off x="3733993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054" name="TextBox 1053">
                  <a:extLst>
                    <a:ext uri="{FF2B5EF4-FFF2-40B4-BE49-F238E27FC236}">
                      <a16:creationId xmlns:a16="http://schemas.microsoft.com/office/drawing/2014/main" id="{C8D03F8A-F133-AD83-1894-2C65D225F760}"/>
                    </a:ext>
                  </a:extLst>
                </p:cNvPr>
                <p:cNvSpPr txBox="1"/>
                <p:nvPr/>
              </p:nvSpPr>
              <p:spPr>
                <a:xfrm>
                  <a:off x="3420634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8</a:t>
                  </a:r>
                </a:p>
              </p:txBody>
            </p:sp>
            <p:sp>
              <p:nvSpPr>
                <p:cNvPr id="1055" name="TextBox 1054">
                  <a:extLst>
                    <a:ext uri="{FF2B5EF4-FFF2-40B4-BE49-F238E27FC236}">
                      <a16:creationId xmlns:a16="http://schemas.microsoft.com/office/drawing/2014/main" id="{66386E59-8E01-07A7-95CE-43AA17843325}"/>
                    </a:ext>
                  </a:extLst>
                </p:cNvPr>
                <p:cNvSpPr txBox="1"/>
                <p:nvPr/>
              </p:nvSpPr>
              <p:spPr>
                <a:xfrm>
                  <a:off x="3577316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056" name="TextBox 1055">
                  <a:extLst>
                    <a:ext uri="{FF2B5EF4-FFF2-40B4-BE49-F238E27FC236}">
                      <a16:creationId xmlns:a16="http://schemas.microsoft.com/office/drawing/2014/main" id="{576744D7-36CC-6696-EEA5-4001441CFD64}"/>
                    </a:ext>
                  </a:extLst>
                </p:cNvPr>
                <p:cNvSpPr txBox="1"/>
                <p:nvPr/>
              </p:nvSpPr>
              <p:spPr>
                <a:xfrm>
                  <a:off x="3263954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1057" name="TextBox 1056">
                  <a:extLst>
                    <a:ext uri="{FF2B5EF4-FFF2-40B4-BE49-F238E27FC236}">
                      <a16:creationId xmlns:a16="http://schemas.microsoft.com/office/drawing/2014/main" id="{49405AE2-A060-B545-8389-5D4F4A80B203}"/>
                    </a:ext>
                  </a:extLst>
                </p:cNvPr>
                <p:cNvSpPr txBox="1"/>
                <p:nvPr/>
              </p:nvSpPr>
              <p:spPr>
                <a:xfrm>
                  <a:off x="3733993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058" name="TextBox 1057">
                  <a:extLst>
                    <a:ext uri="{FF2B5EF4-FFF2-40B4-BE49-F238E27FC236}">
                      <a16:creationId xmlns:a16="http://schemas.microsoft.com/office/drawing/2014/main" id="{C5914502-DAD8-150E-1604-CD2CC1451597}"/>
                    </a:ext>
                  </a:extLst>
                </p:cNvPr>
                <p:cNvSpPr txBox="1"/>
                <p:nvPr/>
              </p:nvSpPr>
              <p:spPr>
                <a:xfrm>
                  <a:off x="3420634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1059" name="TextBox 1058">
                  <a:extLst>
                    <a:ext uri="{FF2B5EF4-FFF2-40B4-BE49-F238E27FC236}">
                      <a16:creationId xmlns:a16="http://schemas.microsoft.com/office/drawing/2014/main" id="{D99B468F-CAB1-4C37-46C7-73CAA9FAF00D}"/>
                    </a:ext>
                  </a:extLst>
                </p:cNvPr>
                <p:cNvSpPr txBox="1"/>
                <p:nvPr/>
              </p:nvSpPr>
              <p:spPr>
                <a:xfrm>
                  <a:off x="3577316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4</a:t>
                  </a:r>
                </a:p>
              </p:txBody>
            </p:sp>
          </p:grpSp>
          <p:sp>
            <p:nvSpPr>
              <p:cNvPr id="1046" name="TextBox 1045">
                <a:extLst>
                  <a:ext uri="{FF2B5EF4-FFF2-40B4-BE49-F238E27FC236}">
                    <a16:creationId xmlns:a16="http://schemas.microsoft.com/office/drawing/2014/main" id="{91F10D40-F1B4-D29A-8928-1485632052F6}"/>
                  </a:ext>
                </a:extLst>
              </p:cNvPr>
              <p:cNvSpPr txBox="1"/>
              <p:nvPr/>
            </p:nvSpPr>
            <p:spPr>
              <a:xfrm>
                <a:off x="319660" y="929919"/>
                <a:ext cx="48295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1047" name="TextBox 1046">
                <a:extLst>
                  <a:ext uri="{FF2B5EF4-FFF2-40B4-BE49-F238E27FC236}">
                    <a16:creationId xmlns:a16="http://schemas.microsoft.com/office/drawing/2014/main" id="{828471BE-8C2D-C4B8-F5E2-91B8F6D56018}"/>
                  </a:ext>
                </a:extLst>
              </p:cNvPr>
              <p:cNvSpPr txBox="1"/>
              <p:nvPr/>
            </p:nvSpPr>
            <p:spPr>
              <a:xfrm>
                <a:off x="789700" y="929919"/>
                <a:ext cx="48295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1048" name="TextBox 1047">
                <a:extLst>
                  <a:ext uri="{FF2B5EF4-FFF2-40B4-BE49-F238E27FC236}">
                    <a16:creationId xmlns:a16="http://schemas.microsoft.com/office/drawing/2014/main" id="{69FA2BE1-775D-9185-DA77-404077809470}"/>
                  </a:ext>
                </a:extLst>
              </p:cNvPr>
              <p:cNvSpPr txBox="1"/>
              <p:nvPr/>
            </p:nvSpPr>
            <p:spPr>
              <a:xfrm>
                <a:off x="473245" y="929919"/>
                <a:ext cx="5448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b</a:t>
                </a:r>
              </a:p>
            </p:txBody>
          </p:sp>
          <p:sp>
            <p:nvSpPr>
              <p:cNvPr id="1049" name="TextBox 1048">
                <a:extLst>
                  <a:ext uri="{FF2B5EF4-FFF2-40B4-BE49-F238E27FC236}">
                    <a16:creationId xmlns:a16="http://schemas.microsoft.com/office/drawing/2014/main" id="{3409FFC8-6973-8704-988A-F9FE0D4431B3}"/>
                  </a:ext>
                </a:extLst>
              </p:cNvPr>
              <p:cNvSpPr txBox="1"/>
              <p:nvPr/>
            </p:nvSpPr>
            <p:spPr>
              <a:xfrm>
                <a:off x="629926" y="929919"/>
                <a:ext cx="5448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b</a:t>
                </a:r>
              </a:p>
            </p:txBody>
          </p:sp>
          <p:sp>
            <p:nvSpPr>
              <p:cNvPr id="1050" name="TextBox 1049">
                <a:extLst>
                  <a:ext uri="{FF2B5EF4-FFF2-40B4-BE49-F238E27FC236}">
                    <a16:creationId xmlns:a16="http://schemas.microsoft.com/office/drawing/2014/main" id="{4E3DBB95-7123-4996-4B3B-174405F41605}"/>
                  </a:ext>
                </a:extLst>
              </p:cNvPr>
              <p:cNvSpPr txBox="1"/>
              <p:nvPr/>
            </p:nvSpPr>
            <p:spPr>
              <a:xfrm>
                <a:off x="401906" y="834871"/>
                <a:ext cx="32567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순시 접점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</p:grpSp>
        <p:sp>
          <p:nvSpPr>
            <p:cNvPr id="1096" name="TextBox 1095">
              <a:extLst>
                <a:ext uri="{FF2B5EF4-FFF2-40B4-BE49-F238E27FC236}">
                  <a16:creationId xmlns:a16="http://schemas.microsoft.com/office/drawing/2014/main" id="{333A412D-A793-ED45-B594-A3477F84125B}"/>
                </a:ext>
              </a:extLst>
            </p:cNvPr>
            <p:cNvSpPr txBox="1"/>
            <p:nvPr/>
          </p:nvSpPr>
          <p:spPr>
            <a:xfrm>
              <a:off x="4679563" y="1845537"/>
              <a:ext cx="338059" cy="10699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AC 220V</a:t>
              </a:r>
            </a:p>
          </p:txBody>
        </p:sp>
      </p:grpSp>
      <p:grpSp>
        <p:nvGrpSpPr>
          <p:cNvPr id="1444" name="그룹 1443">
            <a:extLst>
              <a:ext uri="{FF2B5EF4-FFF2-40B4-BE49-F238E27FC236}">
                <a16:creationId xmlns:a16="http://schemas.microsoft.com/office/drawing/2014/main" id="{226EB320-CD66-98B2-A540-323C94B3C2FF}"/>
              </a:ext>
            </a:extLst>
          </p:cNvPr>
          <p:cNvGrpSpPr/>
          <p:nvPr/>
        </p:nvGrpSpPr>
        <p:grpSpPr>
          <a:xfrm>
            <a:off x="7818983" y="2885403"/>
            <a:ext cx="3969828" cy="1713957"/>
            <a:chOff x="3430706" y="3656516"/>
            <a:chExt cx="3066673" cy="1324023"/>
          </a:xfrm>
        </p:grpSpPr>
        <p:grpSp>
          <p:nvGrpSpPr>
            <p:cNvPr id="1099" name="그룹 1098">
              <a:extLst>
                <a:ext uri="{FF2B5EF4-FFF2-40B4-BE49-F238E27FC236}">
                  <a16:creationId xmlns:a16="http://schemas.microsoft.com/office/drawing/2014/main" id="{99F9D782-D365-8DC3-280B-751958D644B8}"/>
                </a:ext>
              </a:extLst>
            </p:cNvPr>
            <p:cNvGrpSpPr/>
            <p:nvPr/>
          </p:nvGrpSpPr>
          <p:grpSpPr>
            <a:xfrm>
              <a:off x="3430706" y="3701538"/>
              <a:ext cx="711409" cy="1107282"/>
              <a:chOff x="246040" y="2266239"/>
              <a:chExt cx="711409" cy="1107282"/>
            </a:xfrm>
          </p:grpSpPr>
          <p:sp>
            <p:nvSpPr>
              <p:cNvPr id="1100" name="TextBox 1099">
                <a:extLst>
                  <a:ext uri="{FF2B5EF4-FFF2-40B4-BE49-F238E27FC236}">
                    <a16:creationId xmlns:a16="http://schemas.microsoft.com/office/drawing/2014/main" id="{D3BF0AF4-CE14-0334-6672-66D71A9F7B94}"/>
                  </a:ext>
                </a:extLst>
              </p:cNvPr>
              <p:cNvSpPr txBox="1"/>
              <p:nvPr/>
            </p:nvSpPr>
            <p:spPr>
              <a:xfrm>
                <a:off x="361540" y="2713500"/>
                <a:ext cx="432419" cy="285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(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타이머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)</a:t>
                </a:r>
                <a:endPara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101" name="TextBox 1100">
                <a:extLst>
                  <a:ext uri="{FF2B5EF4-FFF2-40B4-BE49-F238E27FC236}">
                    <a16:creationId xmlns:a16="http://schemas.microsoft.com/office/drawing/2014/main" id="{23E7DB2F-459F-0B2E-4604-097312C55FF5}"/>
                  </a:ext>
                </a:extLst>
              </p:cNvPr>
              <p:cNvSpPr txBox="1"/>
              <p:nvPr/>
            </p:nvSpPr>
            <p:spPr>
              <a:xfrm>
                <a:off x="267032" y="3266531"/>
                <a:ext cx="15355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전원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102" name="TextBox 1101">
                <a:extLst>
                  <a:ext uri="{FF2B5EF4-FFF2-40B4-BE49-F238E27FC236}">
                    <a16:creationId xmlns:a16="http://schemas.microsoft.com/office/drawing/2014/main" id="{43795EA6-FCE9-08FD-E552-56772F877105}"/>
                  </a:ext>
                </a:extLst>
              </p:cNvPr>
              <p:cNvSpPr txBox="1"/>
              <p:nvPr/>
            </p:nvSpPr>
            <p:spPr>
              <a:xfrm>
                <a:off x="737073" y="3266531"/>
                <a:ext cx="15355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전원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103" name="TextBox 1102">
                <a:extLst>
                  <a:ext uri="{FF2B5EF4-FFF2-40B4-BE49-F238E27FC236}">
                    <a16:creationId xmlns:a16="http://schemas.microsoft.com/office/drawing/2014/main" id="{1E568415-9A4D-FC4B-CD55-E45DE183033A}"/>
                  </a:ext>
                </a:extLst>
              </p:cNvPr>
              <p:cNvSpPr txBox="1"/>
              <p:nvPr/>
            </p:nvSpPr>
            <p:spPr>
              <a:xfrm>
                <a:off x="470769" y="3266531"/>
                <a:ext cx="5944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C</a:t>
                </a:r>
              </a:p>
            </p:txBody>
          </p:sp>
          <p:sp>
            <p:nvSpPr>
              <p:cNvPr id="1104" name="TextBox 1103">
                <a:extLst>
                  <a:ext uri="{FF2B5EF4-FFF2-40B4-BE49-F238E27FC236}">
                    <a16:creationId xmlns:a16="http://schemas.microsoft.com/office/drawing/2014/main" id="{D97142BA-AD41-29AF-4087-EC2E9F1890F0}"/>
                  </a:ext>
                </a:extLst>
              </p:cNvPr>
              <p:cNvSpPr txBox="1"/>
              <p:nvPr/>
            </p:nvSpPr>
            <p:spPr>
              <a:xfrm>
                <a:off x="627448" y="3266531"/>
                <a:ext cx="5944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C</a:t>
                </a:r>
              </a:p>
            </p:txBody>
          </p:sp>
          <p:grpSp>
            <p:nvGrpSpPr>
              <p:cNvPr id="1105" name="그룹 1104">
                <a:extLst>
                  <a:ext uri="{FF2B5EF4-FFF2-40B4-BE49-F238E27FC236}">
                    <a16:creationId xmlns:a16="http://schemas.microsoft.com/office/drawing/2014/main" id="{537D651E-400C-4E02-2E2F-EF5F79DE6729}"/>
                  </a:ext>
                </a:extLst>
              </p:cNvPr>
              <p:cNvGrpSpPr/>
              <p:nvPr/>
            </p:nvGrpSpPr>
            <p:grpSpPr>
              <a:xfrm>
                <a:off x="261836" y="2461669"/>
                <a:ext cx="628650" cy="785812"/>
                <a:chOff x="3206750" y="1576969"/>
                <a:chExt cx="628650" cy="785812"/>
              </a:xfrm>
            </p:grpSpPr>
            <p:grpSp>
              <p:nvGrpSpPr>
                <p:cNvPr id="1111" name="그룹 1110">
                  <a:extLst>
                    <a:ext uri="{FF2B5EF4-FFF2-40B4-BE49-F238E27FC236}">
                      <a16:creationId xmlns:a16="http://schemas.microsoft.com/office/drawing/2014/main" id="{0225C58A-C3A0-39C9-FC84-10CA913EDCAD}"/>
                    </a:ext>
                  </a:extLst>
                </p:cNvPr>
                <p:cNvGrpSpPr/>
                <p:nvPr/>
              </p:nvGrpSpPr>
              <p:grpSpPr>
                <a:xfrm>
                  <a:off x="3206750" y="1576969"/>
                  <a:ext cx="628650" cy="785812"/>
                  <a:chOff x="4130675" y="1252538"/>
                  <a:chExt cx="628650" cy="785812"/>
                </a:xfrm>
              </p:grpSpPr>
              <p:grpSp>
                <p:nvGrpSpPr>
                  <p:cNvPr id="1120" name="그룹 1119">
                    <a:extLst>
                      <a:ext uri="{FF2B5EF4-FFF2-40B4-BE49-F238E27FC236}">
                        <a16:creationId xmlns:a16="http://schemas.microsoft.com/office/drawing/2014/main" id="{5608F11E-89CF-D2BD-2773-DD75BE943963}"/>
                      </a:ext>
                    </a:extLst>
                  </p:cNvPr>
                  <p:cNvGrpSpPr/>
                  <p:nvPr/>
                </p:nvGrpSpPr>
                <p:grpSpPr>
                  <a:xfrm>
                    <a:off x="4157663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278" name="타원 1277">
                      <a:extLst>
                        <a:ext uri="{FF2B5EF4-FFF2-40B4-BE49-F238E27FC236}">
                          <a16:creationId xmlns:a16="http://schemas.microsoft.com/office/drawing/2014/main" id="{7E43FA4D-5C4B-C37F-6FE1-A5D9A60748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279" name="더하기 기호 1278">
                      <a:extLst>
                        <a:ext uri="{FF2B5EF4-FFF2-40B4-BE49-F238E27FC236}">
                          <a16:creationId xmlns:a16="http://schemas.microsoft.com/office/drawing/2014/main" id="{5F92E1EF-FCFF-8D8B-249C-761A489441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121" name="그룹 1120">
                    <a:extLst>
                      <a:ext uri="{FF2B5EF4-FFF2-40B4-BE49-F238E27FC236}">
                        <a16:creationId xmlns:a16="http://schemas.microsoft.com/office/drawing/2014/main" id="{5B4E6A2B-1EA2-DF39-DCFB-F585D4E66447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1252538"/>
                    <a:ext cx="628650" cy="134936"/>
                    <a:chOff x="3502025" y="1252538"/>
                    <a:chExt cx="628650" cy="134936"/>
                  </a:xfrm>
                </p:grpSpPr>
                <p:sp>
                  <p:nvSpPr>
                    <p:cNvPr id="1149" name="직사각형 1148">
                      <a:extLst>
                        <a:ext uri="{FF2B5EF4-FFF2-40B4-BE49-F238E27FC236}">
                          <a16:creationId xmlns:a16="http://schemas.microsoft.com/office/drawing/2014/main" id="{ED8997D4-4B5C-47C0-BB95-AAC3A795BF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2025" y="1252538"/>
                      <a:ext cx="628650" cy="134936"/>
                    </a:xfrm>
                    <a:prstGeom prst="rect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150" name="직선 연결선 1149">
                      <a:extLst>
                        <a:ext uri="{FF2B5EF4-FFF2-40B4-BE49-F238E27FC236}">
                          <a16:creationId xmlns:a16="http://schemas.microsoft.com/office/drawing/2014/main" id="{2A9178B5-0CFE-27A4-47EC-FAF4E66A818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659188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151" name="직선 연결선 1150">
                      <a:extLst>
                        <a:ext uri="{FF2B5EF4-FFF2-40B4-BE49-F238E27FC236}">
                          <a16:creationId xmlns:a16="http://schemas.microsoft.com/office/drawing/2014/main" id="{D6BE8098-73C1-F1D6-AEF6-8B2E3AD4437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16351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152" name="직선 연결선 1151">
                      <a:extLst>
                        <a:ext uri="{FF2B5EF4-FFF2-40B4-BE49-F238E27FC236}">
                          <a16:creationId xmlns:a16="http://schemas.microsoft.com/office/drawing/2014/main" id="{E0C6087B-4582-25FC-ADF7-765A39DE3A0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73514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sp>
                <p:nvSpPr>
                  <p:cNvPr id="1122" name="직사각형 1121">
                    <a:extLst>
                      <a:ext uri="{FF2B5EF4-FFF2-40B4-BE49-F238E27FC236}">
                        <a16:creationId xmlns:a16="http://schemas.microsoft.com/office/drawing/2014/main" id="{122D0879-A38E-0A51-7F0A-4D4660F402D6}"/>
                      </a:ext>
                    </a:extLst>
                  </p:cNvPr>
                  <p:cNvSpPr/>
                  <p:nvPr/>
                </p:nvSpPr>
                <p:spPr>
                  <a:xfrm>
                    <a:off x="4130675" y="1387474"/>
                    <a:ext cx="628650" cy="515940"/>
                  </a:xfrm>
                  <a:prstGeom prst="rect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grpSp>
                <p:nvGrpSpPr>
                  <p:cNvPr id="1123" name="그룹 1122">
                    <a:extLst>
                      <a:ext uri="{FF2B5EF4-FFF2-40B4-BE49-F238E27FC236}">
                        <a16:creationId xmlns:a16="http://schemas.microsoft.com/office/drawing/2014/main" id="{001C5EB0-2418-8281-E01B-0E603E8B70B2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1903414"/>
                    <a:ext cx="628650" cy="134936"/>
                    <a:chOff x="3502025" y="1252538"/>
                    <a:chExt cx="628650" cy="134936"/>
                  </a:xfrm>
                </p:grpSpPr>
                <p:sp>
                  <p:nvSpPr>
                    <p:cNvPr id="1145" name="직사각형 1144">
                      <a:extLst>
                        <a:ext uri="{FF2B5EF4-FFF2-40B4-BE49-F238E27FC236}">
                          <a16:creationId xmlns:a16="http://schemas.microsoft.com/office/drawing/2014/main" id="{C056E3BE-BCE7-03E9-DC46-1AC5A1ED90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2025" y="1252538"/>
                      <a:ext cx="628650" cy="134936"/>
                    </a:xfrm>
                    <a:prstGeom prst="rect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146" name="직선 연결선 1145">
                      <a:extLst>
                        <a:ext uri="{FF2B5EF4-FFF2-40B4-BE49-F238E27FC236}">
                          <a16:creationId xmlns:a16="http://schemas.microsoft.com/office/drawing/2014/main" id="{FEEBA443-108A-A328-DFDF-B9A3683204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659188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147" name="직선 연결선 1146">
                      <a:extLst>
                        <a:ext uri="{FF2B5EF4-FFF2-40B4-BE49-F238E27FC236}">
                          <a16:creationId xmlns:a16="http://schemas.microsoft.com/office/drawing/2014/main" id="{79081A6B-8F6D-37A5-F9C2-F508D7D46F7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16351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148" name="직선 연결선 1147">
                      <a:extLst>
                        <a:ext uri="{FF2B5EF4-FFF2-40B4-BE49-F238E27FC236}">
                          <a16:creationId xmlns:a16="http://schemas.microsoft.com/office/drawing/2014/main" id="{EE21B75E-9F5D-865F-DE7E-661131D9103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73514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124" name="그룹 1123">
                    <a:extLst>
                      <a:ext uri="{FF2B5EF4-FFF2-40B4-BE49-F238E27FC236}">
                        <a16:creationId xmlns:a16="http://schemas.microsoft.com/office/drawing/2014/main" id="{559327B6-512B-0EB8-C424-E954A34082B6}"/>
                      </a:ext>
                    </a:extLst>
                  </p:cNvPr>
                  <p:cNvGrpSpPr/>
                  <p:nvPr/>
                </p:nvGrpSpPr>
                <p:grpSpPr>
                  <a:xfrm>
                    <a:off x="4316413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143" name="타원 1142">
                      <a:extLst>
                        <a:ext uri="{FF2B5EF4-FFF2-40B4-BE49-F238E27FC236}">
                          <a16:creationId xmlns:a16="http://schemas.microsoft.com/office/drawing/2014/main" id="{78F59F22-4700-AE98-5B24-61CB57812D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144" name="더하기 기호 1143">
                      <a:extLst>
                        <a:ext uri="{FF2B5EF4-FFF2-40B4-BE49-F238E27FC236}">
                          <a16:creationId xmlns:a16="http://schemas.microsoft.com/office/drawing/2014/main" id="{FF6F5366-2627-DEDE-4799-688720A32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125" name="그룹 1124">
                    <a:extLst>
                      <a:ext uri="{FF2B5EF4-FFF2-40B4-BE49-F238E27FC236}">
                        <a16:creationId xmlns:a16="http://schemas.microsoft.com/office/drawing/2014/main" id="{5A1EC7BC-2904-2D5B-92E0-AB6080DDE1E1}"/>
                      </a:ext>
                    </a:extLst>
                  </p:cNvPr>
                  <p:cNvGrpSpPr/>
                  <p:nvPr/>
                </p:nvGrpSpPr>
                <p:grpSpPr>
                  <a:xfrm>
                    <a:off x="4471988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141" name="타원 1140">
                      <a:extLst>
                        <a:ext uri="{FF2B5EF4-FFF2-40B4-BE49-F238E27FC236}">
                          <a16:creationId xmlns:a16="http://schemas.microsoft.com/office/drawing/2014/main" id="{775E7941-BC8D-DC21-3D22-2DB79980C2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142" name="더하기 기호 1141">
                      <a:extLst>
                        <a:ext uri="{FF2B5EF4-FFF2-40B4-BE49-F238E27FC236}">
                          <a16:creationId xmlns:a16="http://schemas.microsoft.com/office/drawing/2014/main" id="{AF8E6BFA-6080-7E75-0E8F-2DAD94E07C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126" name="그룹 1125">
                    <a:extLst>
                      <a:ext uri="{FF2B5EF4-FFF2-40B4-BE49-F238E27FC236}">
                        <a16:creationId xmlns:a16="http://schemas.microsoft.com/office/drawing/2014/main" id="{02FA568A-684F-20A4-1749-37BBE4E74BB6}"/>
                      </a:ext>
                    </a:extLst>
                  </p:cNvPr>
                  <p:cNvGrpSpPr/>
                  <p:nvPr/>
                </p:nvGrpSpPr>
                <p:grpSpPr>
                  <a:xfrm>
                    <a:off x="4630738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139" name="타원 1138">
                      <a:extLst>
                        <a:ext uri="{FF2B5EF4-FFF2-40B4-BE49-F238E27FC236}">
                          <a16:creationId xmlns:a16="http://schemas.microsoft.com/office/drawing/2014/main" id="{AE9AD52F-26A1-5DE1-3A1D-668AA2B442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140" name="더하기 기호 1139">
                      <a:extLst>
                        <a:ext uri="{FF2B5EF4-FFF2-40B4-BE49-F238E27FC236}">
                          <a16:creationId xmlns:a16="http://schemas.microsoft.com/office/drawing/2014/main" id="{18106284-02CB-E9A5-5BDA-14FE75260D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127" name="그룹 1126">
                    <a:extLst>
                      <a:ext uri="{FF2B5EF4-FFF2-40B4-BE49-F238E27FC236}">
                        <a16:creationId xmlns:a16="http://schemas.microsoft.com/office/drawing/2014/main" id="{E59BEB22-0DF5-558F-2ED8-489B6EC6B6FE}"/>
                      </a:ext>
                    </a:extLst>
                  </p:cNvPr>
                  <p:cNvGrpSpPr/>
                  <p:nvPr/>
                </p:nvGrpSpPr>
                <p:grpSpPr>
                  <a:xfrm>
                    <a:off x="4157663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137" name="타원 1136">
                      <a:extLst>
                        <a:ext uri="{FF2B5EF4-FFF2-40B4-BE49-F238E27FC236}">
                          <a16:creationId xmlns:a16="http://schemas.microsoft.com/office/drawing/2014/main" id="{E609591E-F91C-4E8C-2649-C4514362AE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138" name="더하기 기호 1137">
                      <a:extLst>
                        <a:ext uri="{FF2B5EF4-FFF2-40B4-BE49-F238E27FC236}">
                          <a16:creationId xmlns:a16="http://schemas.microsoft.com/office/drawing/2014/main" id="{80CEB57D-90FE-0E27-8DA2-F726A8C6B0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128" name="그룹 1127">
                    <a:extLst>
                      <a:ext uri="{FF2B5EF4-FFF2-40B4-BE49-F238E27FC236}">
                        <a16:creationId xmlns:a16="http://schemas.microsoft.com/office/drawing/2014/main" id="{C8F938D5-8D03-0E42-F4CF-CABEE9E5EB1E}"/>
                      </a:ext>
                    </a:extLst>
                  </p:cNvPr>
                  <p:cNvGrpSpPr/>
                  <p:nvPr/>
                </p:nvGrpSpPr>
                <p:grpSpPr>
                  <a:xfrm>
                    <a:off x="4316413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135" name="타원 1134">
                      <a:extLst>
                        <a:ext uri="{FF2B5EF4-FFF2-40B4-BE49-F238E27FC236}">
                          <a16:creationId xmlns:a16="http://schemas.microsoft.com/office/drawing/2014/main" id="{8116645D-157A-E923-C792-5C290CF50D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136" name="더하기 기호 1135">
                      <a:extLst>
                        <a:ext uri="{FF2B5EF4-FFF2-40B4-BE49-F238E27FC236}">
                          <a16:creationId xmlns:a16="http://schemas.microsoft.com/office/drawing/2014/main" id="{3C592EB1-0C16-73B2-3B3E-60E513B9D1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129" name="그룹 1128">
                    <a:extLst>
                      <a:ext uri="{FF2B5EF4-FFF2-40B4-BE49-F238E27FC236}">
                        <a16:creationId xmlns:a16="http://schemas.microsoft.com/office/drawing/2014/main" id="{A568F5D8-FFE0-4CCC-CC80-A922B784C838}"/>
                      </a:ext>
                    </a:extLst>
                  </p:cNvPr>
                  <p:cNvGrpSpPr/>
                  <p:nvPr/>
                </p:nvGrpSpPr>
                <p:grpSpPr>
                  <a:xfrm>
                    <a:off x="4471988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133" name="타원 1132">
                      <a:extLst>
                        <a:ext uri="{FF2B5EF4-FFF2-40B4-BE49-F238E27FC236}">
                          <a16:creationId xmlns:a16="http://schemas.microsoft.com/office/drawing/2014/main" id="{C75DB41C-B96A-5197-FD90-103CFB5FCC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134" name="더하기 기호 1133">
                      <a:extLst>
                        <a:ext uri="{FF2B5EF4-FFF2-40B4-BE49-F238E27FC236}">
                          <a16:creationId xmlns:a16="http://schemas.microsoft.com/office/drawing/2014/main" id="{288B285C-EDA8-8957-E3A9-CE686CFD85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130" name="그룹 1129">
                    <a:extLst>
                      <a:ext uri="{FF2B5EF4-FFF2-40B4-BE49-F238E27FC236}">
                        <a16:creationId xmlns:a16="http://schemas.microsoft.com/office/drawing/2014/main" id="{4F365954-10B4-86D4-F7CC-41C0792B652B}"/>
                      </a:ext>
                    </a:extLst>
                  </p:cNvPr>
                  <p:cNvGrpSpPr/>
                  <p:nvPr/>
                </p:nvGrpSpPr>
                <p:grpSpPr>
                  <a:xfrm>
                    <a:off x="4630738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131" name="타원 1130">
                      <a:extLst>
                        <a:ext uri="{FF2B5EF4-FFF2-40B4-BE49-F238E27FC236}">
                          <a16:creationId xmlns:a16="http://schemas.microsoft.com/office/drawing/2014/main" id="{3F0C48A6-BDDB-1D77-605F-EA0BA2AAA5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132" name="더하기 기호 1131">
                      <a:extLst>
                        <a:ext uri="{FF2B5EF4-FFF2-40B4-BE49-F238E27FC236}">
                          <a16:creationId xmlns:a16="http://schemas.microsoft.com/office/drawing/2014/main" id="{D8E42A19-0EEF-C0F1-D6E5-6636F2D03B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112" name="TextBox 1111">
                  <a:extLst>
                    <a:ext uri="{FF2B5EF4-FFF2-40B4-BE49-F238E27FC236}">
                      <a16:creationId xmlns:a16="http://schemas.microsoft.com/office/drawing/2014/main" id="{D344DE96-B910-4575-24B5-36F1D499E11C}"/>
                    </a:ext>
                  </a:extLst>
                </p:cNvPr>
                <p:cNvSpPr txBox="1"/>
                <p:nvPr/>
              </p:nvSpPr>
              <p:spPr>
                <a:xfrm>
                  <a:off x="3263954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7</a:t>
                  </a: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6ECAD976-9F2D-1EB0-7629-5FF268519CCB}"/>
                    </a:ext>
                  </a:extLst>
                </p:cNvPr>
                <p:cNvSpPr txBox="1"/>
                <p:nvPr/>
              </p:nvSpPr>
              <p:spPr>
                <a:xfrm>
                  <a:off x="3733994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114" name="TextBox 1113">
                  <a:extLst>
                    <a:ext uri="{FF2B5EF4-FFF2-40B4-BE49-F238E27FC236}">
                      <a16:creationId xmlns:a16="http://schemas.microsoft.com/office/drawing/2014/main" id="{FEE0C24F-167B-169B-0301-AAEB4C7F6662}"/>
                    </a:ext>
                  </a:extLst>
                </p:cNvPr>
                <p:cNvSpPr txBox="1"/>
                <p:nvPr/>
              </p:nvSpPr>
              <p:spPr>
                <a:xfrm>
                  <a:off x="3420635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8</a:t>
                  </a: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08A24772-3DCF-FB3F-FA1D-408A066A6D9B}"/>
                    </a:ext>
                  </a:extLst>
                </p:cNvPr>
                <p:cNvSpPr txBox="1"/>
                <p:nvPr/>
              </p:nvSpPr>
              <p:spPr>
                <a:xfrm>
                  <a:off x="3577315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116" name="TextBox 1115">
                  <a:extLst>
                    <a:ext uri="{FF2B5EF4-FFF2-40B4-BE49-F238E27FC236}">
                      <a16:creationId xmlns:a16="http://schemas.microsoft.com/office/drawing/2014/main" id="{BD02874E-479D-ECEE-4241-D79749369CAA}"/>
                    </a:ext>
                  </a:extLst>
                </p:cNvPr>
                <p:cNvSpPr txBox="1"/>
                <p:nvPr/>
              </p:nvSpPr>
              <p:spPr>
                <a:xfrm>
                  <a:off x="3263954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05DA7125-E322-30F2-DF09-4F49C1C276EC}"/>
                    </a:ext>
                  </a:extLst>
                </p:cNvPr>
                <p:cNvSpPr txBox="1"/>
                <p:nvPr/>
              </p:nvSpPr>
              <p:spPr>
                <a:xfrm>
                  <a:off x="3733994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118" name="TextBox 1117">
                  <a:extLst>
                    <a:ext uri="{FF2B5EF4-FFF2-40B4-BE49-F238E27FC236}">
                      <a16:creationId xmlns:a16="http://schemas.microsoft.com/office/drawing/2014/main" id="{31C73735-81EC-1913-E1ED-057BE5ED58BC}"/>
                    </a:ext>
                  </a:extLst>
                </p:cNvPr>
                <p:cNvSpPr txBox="1"/>
                <p:nvPr/>
              </p:nvSpPr>
              <p:spPr>
                <a:xfrm>
                  <a:off x="3420635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CF33902C-7132-99C1-E3C0-02A9335DD0E0}"/>
                    </a:ext>
                  </a:extLst>
                </p:cNvPr>
                <p:cNvSpPr txBox="1"/>
                <p:nvPr/>
              </p:nvSpPr>
              <p:spPr>
                <a:xfrm>
                  <a:off x="3577315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4</a:t>
                  </a:r>
                </a:p>
              </p:txBody>
            </p:sp>
          </p:grpSp>
          <p:sp>
            <p:nvSpPr>
              <p:cNvPr id="1106" name="TextBox 1105">
                <a:extLst>
                  <a:ext uri="{FF2B5EF4-FFF2-40B4-BE49-F238E27FC236}">
                    <a16:creationId xmlns:a16="http://schemas.microsoft.com/office/drawing/2014/main" id="{BD2FA0E9-47F0-4871-D920-B8DC352DB7A2}"/>
                  </a:ext>
                </a:extLst>
              </p:cNvPr>
              <p:cNvSpPr txBox="1"/>
              <p:nvPr/>
            </p:nvSpPr>
            <p:spPr>
              <a:xfrm>
                <a:off x="319660" y="2370680"/>
                <a:ext cx="48295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FB1259E8-C4F0-0CED-3188-350F859509ED}"/>
                  </a:ext>
                </a:extLst>
              </p:cNvPr>
              <p:cNvSpPr txBox="1"/>
              <p:nvPr/>
            </p:nvSpPr>
            <p:spPr>
              <a:xfrm>
                <a:off x="789699" y="2370680"/>
                <a:ext cx="48295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1108" name="TextBox 1107">
                <a:extLst>
                  <a:ext uri="{FF2B5EF4-FFF2-40B4-BE49-F238E27FC236}">
                    <a16:creationId xmlns:a16="http://schemas.microsoft.com/office/drawing/2014/main" id="{D0EAED7C-B5DC-C289-BEEC-8D6DAD669041}"/>
                  </a:ext>
                </a:extLst>
              </p:cNvPr>
              <p:cNvSpPr txBox="1"/>
              <p:nvPr/>
            </p:nvSpPr>
            <p:spPr>
              <a:xfrm>
                <a:off x="473246" y="2370680"/>
                <a:ext cx="5448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b</a:t>
                </a:r>
              </a:p>
            </p:txBody>
          </p:sp>
          <p:sp>
            <p:nvSpPr>
              <p:cNvPr id="1109" name="TextBox 1108">
                <a:extLst>
                  <a:ext uri="{FF2B5EF4-FFF2-40B4-BE49-F238E27FC236}">
                    <a16:creationId xmlns:a16="http://schemas.microsoft.com/office/drawing/2014/main" id="{61B5AC7A-1378-F8C0-B82C-71A3D4166908}"/>
                  </a:ext>
                </a:extLst>
              </p:cNvPr>
              <p:cNvSpPr txBox="1"/>
              <p:nvPr/>
            </p:nvSpPr>
            <p:spPr>
              <a:xfrm>
                <a:off x="246040" y="2266239"/>
                <a:ext cx="32567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한시 접점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110" name="TextBox 1109">
                <a:extLst>
                  <a:ext uri="{FF2B5EF4-FFF2-40B4-BE49-F238E27FC236}">
                    <a16:creationId xmlns:a16="http://schemas.microsoft.com/office/drawing/2014/main" id="{B737771D-4502-EC37-6831-F9DA065268D7}"/>
                  </a:ext>
                </a:extLst>
              </p:cNvPr>
              <p:cNvSpPr txBox="1"/>
              <p:nvPr/>
            </p:nvSpPr>
            <p:spPr>
              <a:xfrm>
                <a:off x="631773" y="2266239"/>
                <a:ext cx="32567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순시 접점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</p:grpSp>
        <p:grpSp>
          <p:nvGrpSpPr>
            <p:cNvPr id="1153" name="그룹 1152">
              <a:extLst>
                <a:ext uri="{FF2B5EF4-FFF2-40B4-BE49-F238E27FC236}">
                  <a16:creationId xmlns:a16="http://schemas.microsoft.com/office/drawing/2014/main" id="{6D9EC4F9-8404-E7D4-C680-B2BF08CE5885}"/>
                </a:ext>
              </a:extLst>
            </p:cNvPr>
            <p:cNvGrpSpPr/>
            <p:nvPr/>
          </p:nvGrpSpPr>
          <p:grpSpPr>
            <a:xfrm>
              <a:off x="5756810" y="3656516"/>
              <a:ext cx="740569" cy="1324023"/>
              <a:chOff x="2607990" y="2278387"/>
              <a:chExt cx="740569" cy="1324023"/>
            </a:xfrm>
          </p:grpSpPr>
          <p:grpSp>
            <p:nvGrpSpPr>
              <p:cNvPr id="1154" name="그룹 1153">
                <a:extLst>
                  <a:ext uri="{FF2B5EF4-FFF2-40B4-BE49-F238E27FC236}">
                    <a16:creationId xmlns:a16="http://schemas.microsoft.com/office/drawing/2014/main" id="{E0543D12-A86A-51C0-95E2-C73B4B10AE45}"/>
                  </a:ext>
                </a:extLst>
              </p:cNvPr>
              <p:cNvGrpSpPr/>
              <p:nvPr/>
            </p:nvGrpSpPr>
            <p:grpSpPr>
              <a:xfrm>
                <a:off x="2607990" y="2278387"/>
                <a:ext cx="740569" cy="1225178"/>
                <a:chOff x="5464840" y="1393687"/>
                <a:chExt cx="740569" cy="1225178"/>
              </a:xfrm>
            </p:grpSpPr>
            <p:sp>
              <p:nvSpPr>
                <p:cNvPr id="1157" name="TextBox 1156">
                  <a:extLst>
                    <a:ext uri="{FF2B5EF4-FFF2-40B4-BE49-F238E27FC236}">
                      <a16:creationId xmlns:a16="http://schemas.microsoft.com/office/drawing/2014/main" id="{B477D3FA-9A67-396D-1182-689C41C581E7}"/>
                    </a:ext>
                  </a:extLst>
                </p:cNvPr>
                <p:cNvSpPr txBox="1"/>
                <p:nvPr/>
              </p:nvSpPr>
              <p:spPr>
                <a:xfrm>
                  <a:off x="5571939" y="1393687"/>
                  <a:ext cx="47056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1158" name="TextBox 1157">
                  <a:extLst>
                    <a:ext uri="{FF2B5EF4-FFF2-40B4-BE49-F238E27FC236}">
                      <a16:creationId xmlns:a16="http://schemas.microsoft.com/office/drawing/2014/main" id="{1AFC518E-C03B-1226-5B3A-7E2EFCE8036E}"/>
                    </a:ext>
                  </a:extLst>
                </p:cNvPr>
                <p:cNvSpPr txBox="1"/>
                <p:nvPr/>
              </p:nvSpPr>
              <p:spPr>
                <a:xfrm>
                  <a:off x="6041978" y="1393687"/>
                  <a:ext cx="47056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1159" name="TextBox 1158">
                  <a:extLst>
                    <a:ext uri="{FF2B5EF4-FFF2-40B4-BE49-F238E27FC236}">
                      <a16:creationId xmlns:a16="http://schemas.microsoft.com/office/drawing/2014/main" id="{4A0661DB-169F-ADEF-97E5-047ACCF6CC26}"/>
                    </a:ext>
                  </a:extLst>
                </p:cNvPr>
                <p:cNvSpPr txBox="1"/>
                <p:nvPr/>
              </p:nvSpPr>
              <p:spPr>
                <a:xfrm>
                  <a:off x="5726144" y="1393687"/>
                  <a:ext cx="52009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1160" name="TextBox 1159">
                  <a:extLst>
                    <a:ext uri="{FF2B5EF4-FFF2-40B4-BE49-F238E27FC236}">
                      <a16:creationId xmlns:a16="http://schemas.microsoft.com/office/drawing/2014/main" id="{0C9163FF-4933-455F-D625-BE4512B81D39}"/>
                    </a:ext>
                  </a:extLst>
                </p:cNvPr>
                <p:cNvSpPr txBox="1"/>
                <p:nvPr/>
              </p:nvSpPr>
              <p:spPr>
                <a:xfrm>
                  <a:off x="5908803" y="1393687"/>
                  <a:ext cx="50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endParaRPr>
                </a:p>
              </p:txBody>
            </p:sp>
            <p:sp>
              <p:nvSpPr>
                <p:cNvPr id="1161" name="TextBox 1160">
                  <a:extLst>
                    <a:ext uri="{FF2B5EF4-FFF2-40B4-BE49-F238E27FC236}">
                      <a16:creationId xmlns:a16="http://schemas.microsoft.com/office/drawing/2014/main" id="{400293DD-0599-69B4-AA04-C2424DEED598}"/>
                    </a:ext>
                  </a:extLst>
                </p:cNvPr>
                <p:cNvSpPr txBox="1"/>
                <p:nvPr/>
              </p:nvSpPr>
              <p:spPr>
                <a:xfrm>
                  <a:off x="5729240" y="2458816"/>
                  <a:ext cx="45818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1162" name="TextBox 1161">
                  <a:extLst>
                    <a:ext uri="{FF2B5EF4-FFF2-40B4-BE49-F238E27FC236}">
                      <a16:creationId xmlns:a16="http://schemas.microsoft.com/office/drawing/2014/main" id="{345F73B1-F218-4724-F53D-18FB3C9492B4}"/>
                    </a:ext>
                  </a:extLst>
                </p:cNvPr>
                <p:cNvSpPr txBox="1"/>
                <p:nvPr/>
              </p:nvSpPr>
              <p:spPr>
                <a:xfrm>
                  <a:off x="5885918" y="2458816"/>
                  <a:ext cx="45818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c</a:t>
                  </a:r>
                </a:p>
              </p:txBody>
            </p:sp>
            <p:grpSp>
              <p:nvGrpSpPr>
                <p:cNvPr id="1163" name="그룹 1162">
                  <a:extLst>
                    <a:ext uri="{FF2B5EF4-FFF2-40B4-BE49-F238E27FC236}">
                      <a16:creationId xmlns:a16="http://schemas.microsoft.com/office/drawing/2014/main" id="{BF75D409-9530-9F99-7272-D84C93FA64CF}"/>
                    </a:ext>
                  </a:extLst>
                </p:cNvPr>
                <p:cNvGrpSpPr/>
                <p:nvPr/>
              </p:nvGrpSpPr>
              <p:grpSpPr>
                <a:xfrm>
                  <a:off x="5571223" y="1689965"/>
                  <a:ext cx="524687" cy="541387"/>
                  <a:chOff x="5026046" y="1697619"/>
                  <a:chExt cx="524687" cy="541387"/>
                </a:xfrm>
              </p:grpSpPr>
              <p:grpSp>
                <p:nvGrpSpPr>
                  <p:cNvPr id="1214" name="그룹 1213">
                    <a:extLst>
                      <a:ext uri="{FF2B5EF4-FFF2-40B4-BE49-F238E27FC236}">
                        <a16:creationId xmlns:a16="http://schemas.microsoft.com/office/drawing/2014/main" id="{A10A7C17-977E-8E4E-280E-1AD7C9EAD68D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026046" y="2047406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233" name="타원 1232">
                      <a:extLst>
                        <a:ext uri="{FF2B5EF4-FFF2-40B4-BE49-F238E27FC236}">
                          <a16:creationId xmlns:a16="http://schemas.microsoft.com/office/drawing/2014/main" id="{95E6933E-CF22-3AF1-BD0A-D7B818A010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234" name="직선 연결선 1233">
                      <a:extLst>
                        <a:ext uri="{FF2B5EF4-FFF2-40B4-BE49-F238E27FC236}">
                          <a16:creationId xmlns:a16="http://schemas.microsoft.com/office/drawing/2014/main" id="{0490D50E-051F-E73E-C28C-0A466BAA4DF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215" name="그룹 1214">
                    <a:extLst>
                      <a:ext uri="{FF2B5EF4-FFF2-40B4-BE49-F238E27FC236}">
                        <a16:creationId xmlns:a16="http://schemas.microsoft.com/office/drawing/2014/main" id="{EF960CF3-89E9-4C9F-B9F2-6DA0C244ADBD}"/>
                      </a:ext>
                    </a:extLst>
                  </p:cNvPr>
                  <p:cNvGrpSpPr/>
                  <p:nvPr/>
                </p:nvGrpSpPr>
                <p:grpSpPr>
                  <a:xfrm>
                    <a:off x="5026046" y="1697619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231" name="타원 1230">
                      <a:extLst>
                        <a:ext uri="{FF2B5EF4-FFF2-40B4-BE49-F238E27FC236}">
                          <a16:creationId xmlns:a16="http://schemas.microsoft.com/office/drawing/2014/main" id="{2B590C76-34ED-EF2F-4E35-A0E7512998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232" name="직선 연결선 1231">
                      <a:extLst>
                        <a:ext uri="{FF2B5EF4-FFF2-40B4-BE49-F238E27FC236}">
                          <a16:creationId xmlns:a16="http://schemas.microsoft.com/office/drawing/2014/main" id="{521E45A3-A807-46CE-3877-9542B0F489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216" name="그룹 1215">
                    <a:extLst>
                      <a:ext uri="{FF2B5EF4-FFF2-40B4-BE49-F238E27FC236}">
                        <a16:creationId xmlns:a16="http://schemas.microsoft.com/office/drawing/2014/main" id="{ABE7DDE2-6F58-8D92-51E3-6B4FBD6C34AE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188280" y="2047406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229" name="타원 1228">
                      <a:extLst>
                        <a:ext uri="{FF2B5EF4-FFF2-40B4-BE49-F238E27FC236}">
                          <a16:creationId xmlns:a16="http://schemas.microsoft.com/office/drawing/2014/main" id="{8D1CE904-CBC8-0FA8-5D12-FE88954C4B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230" name="직선 연결선 1229">
                      <a:extLst>
                        <a:ext uri="{FF2B5EF4-FFF2-40B4-BE49-F238E27FC236}">
                          <a16:creationId xmlns:a16="http://schemas.microsoft.com/office/drawing/2014/main" id="{F9F12E24-B288-6616-7AD2-9B56C414D38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217" name="그룹 1216">
                    <a:extLst>
                      <a:ext uri="{FF2B5EF4-FFF2-40B4-BE49-F238E27FC236}">
                        <a16:creationId xmlns:a16="http://schemas.microsoft.com/office/drawing/2014/main" id="{34FA3761-9AC2-364A-25AA-1DABD3BE2EE4}"/>
                      </a:ext>
                    </a:extLst>
                  </p:cNvPr>
                  <p:cNvGrpSpPr/>
                  <p:nvPr/>
                </p:nvGrpSpPr>
                <p:grpSpPr>
                  <a:xfrm>
                    <a:off x="5188280" y="1697619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227" name="타원 1226">
                      <a:extLst>
                        <a:ext uri="{FF2B5EF4-FFF2-40B4-BE49-F238E27FC236}">
                          <a16:creationId xmlns:a16="http://schemas.microsoft.com/office/drawing/2014/main" id="{336085F9-A58B-A71C-7FD1-2C34751465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228" name="직선 연결선 1227">
                      <a:extLst>
                        <a:ext uri="{FF2B5EF4-FFF2-40B4-BE49-F238E27FC236}">
                          <a16:creationId xmlns:a16="http://schemas.microsoft.com/office/drawing/2014/main" id="{9E879455-1602-B2F5-DBBD-98FC270589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218" name="그룹 1217">
                    <a:extLst>
                      <a:ext uri="{FF2B5EF4-FFF2-40B4-BE49-F238E27FC236}">
                        <a16:creationId xmlns:a16="http://schemas.microsoft.com/office/drawing/2014/main" id="{D3F320EC-F540-F52E-7D68-AA00ADFF2B87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345216" y="2047406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225" name="타원 1224">
                      <a:extLst>
                        <a:ext uri="{FF2B5EF4-FFF2-40B4-BE49-F238E27FC236}">
                          <a16:creationId xmlns:a16="http://schemas.microsoft.com/office/drawing/2014/main" id="{58F4FBE7-A5E2-E31B-16F9-B70FAB05E2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226" name="직선 연결선 1225">
                      <a:extLst>
                        <a:ext uri="{FF2B5EF4-FFF2-40B4-BE49-F238E27FC236}">
                          <a16:creationId xmlns:a16="http://schemas.microsoft.com/office/drawing/2014/main" id="{E6078060-DAF5-9547-E445-0F6C92E5C34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219" name="그룹 1218">
                    <a:extLst>
                      <a:ext uri="{FF2B5EF4-FFF2-40B4-BE49-F238E27FC236}">
                        <a16:creationId xmlns:a16="http://schemas.microsoft.com/office/drawing/2014/main" id="{E152D696-5446-1FD2-EE04-AC8FAF7AA268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505014" y="2047406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223" name="타원 1222">
                      <a:extLst>
                        <a:ext uri="{FF2B5EF4-FFF2-40B4-BE49-F238E27FC236}">
                          <a16:creationId xmlns:a16="http://schemas.microsoft.com/office/drawing/2014/main" id="{1B946547-3A6F-3BAE-FDFB-25B61310BF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224" name="직선 연결선 1223">
                      <a:extLst>
                        <a:ext uri="{FF2B5EF4-FFF2-40B4-BE49-F238E27FC236}">
                          <a16:creationId xmlns:a16="http://schemas.microsoft.com/office/drawing/2014/main" id="{2CCEAB24-E97E-138A-E735-A7B29E6FE87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220" name="그룹 1219">
                    <a:extLst>
                      <a:ext uri="{FF2B5EF4-FFF2-40B4-BE49-F238E27FC236}">
                        <a16:creationId xmlns:a16="http://schemas.microsoft.com/office/drawing/2014/main" id="{7FF78BBD-0C63-3351-6D39-B99CD6902DC9}"/>
                      </a:ext>
                    </a:extLst>
                  </p:cNvPr>
                  <p:cNvGrpSpPr/>
                  <p:nvPr/>
                </p:nvGrpSpPr>
                <p:grpSpPr>
                  <a:xfrm>
                    <a:off x="5505014" y="1697619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221" name="타원 1220">
                      <a:extLst>
                        <a:ext uri="{FF2B5EF4-FFF2-40B4-BE49-F238E27FC236}">
                          <a16:creationId xmlns:a16="http://schemas.microsoft.com/office/drawing/2014/main" id="{33FBD4EE-43BA-2877-F425-7EA1A3A72A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222" name="직선 연결선 1221">
                      <a:extLst>
                        <a:ext uri="{FF2B5EF4-FFF2-40B4-BE49-F238E27FC236}">
                          <a16:creationId xmlns:a16="http://schemas.microsoft.com/office/drawing/2014/main" id="{24DA8D19-C906-3930-9F82-35A0245690C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</p:grpSp>
            <p:cxnSp>
              <p:nvCxnSpPr>
                <p:cNvPr id="1164" name="직선 연결선 1163">
                  <a:extLst>
                    <a:ext uri="{FF2B5EF4-FFF2-40B4-BE49-F238E27FC236}">
                      <a16:creationId xmlns:a16="http://schemas.microsoft.com/office/drawing/2014/main" id="{873BB3EF-9242-E6C5-C3C2-D3C978375B62}"/>
                    </a:ext>
                  </a:extLst>
                </p:cNvPr>
                <p:cNvCxnSpPr>
                  <a:cxnSpLocks/>
                  <a:stCxn id="1227" idx="2"/>
                  <a:endCxn id="1229" idx="4"/>
                </p:cNvCxnSpPr>
                <p:nvPr/>
              </p:nvCxnSpPr>
              <p:spPr>
                <a:xfrm>
                  <a:off x="5733457" y="1858706"/>
                  <a:ext cx="22860" cy="181046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65" name="직선 연결선 1164">
                  <a:extLst>
                    <a:ext uri="{FF2B5EF4-FFF2-40B4-BE49-F238E27FC236}">
                      <a16:creationId xmlns:a16="http://schemas.microsoft.com/office/drawing/2014/main" id="{61A21A79-DBDF-3BF9-6C0F-77EC9939A878}"/>
                    </a:ext>
                  </a:extLst>
                </p:cNvPr>
                <p:cNvCxnSpPr>
                  <a:cxnSpLocks/>
                  <a:endCxn id="1225" idx="4"/>
                </p:cNvCxnSpPr>
                <p:nvPr/>
              </p:nvCxnSpPr>
              <p:spPr>
                <a:xfrm flipH="1">
                  <a:off x="5913252" y="1852795"/>
                  <a:ext cx="76733" cy="186958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1166" name="그룹 1165">
                  <a:extLst>
                    <a:ext uri="{FF2B5EF4-FFF2-40B4-BE49-F238E27FC236}">
                      <a16:creationId xmlns:a16="http://schemas.microsoft.com/office/drawing/2014/main" id="{7A4BDCEB-1363-7B73-777B-787AFD4E5397}"/>
                    </a:ext>
                  </a:extLst>
                </p:cNvPr>
                <p:cNvGrpSpPr/>
                <p:nvPr/>
              </p:nvGrpSpPr>
              <p:grpSpPr>
                <a:xfrm>
                  <a:off x="5464840" y="1475812"/>
                  <a:ext cx="740569" cy="1143053"/>
                  <a:chOff x="4919663" y="1483466"/>
                  <a:chExt cx="740569" cy="1143053"/>
                </a:xfrm>
              </p:grpSpPr>
              <p:grpSp>
                <p:nvGrpSpPr>
                  <p:cNvPr id="1167" name="그룹 1166">
                    <a:extLst>
                      <a:ext uri="{FF2B5EF4-FFF2-40B4-BE49-F238E27FC236}">
                        <a16:creationId xmlns:a16="http://schemas.microsoft.com/office/drawing/2014/main" id="{238349DF-F149-9B4F-3DAA-671A197220DD}"/>
                      </a:ext>
                    </a:extLst>
                  </p:cNvPr>
                  <p:cNvGrpSpPr/>
                  <p:nvPr/>
                </p:nvGrpSpPr>
                <p:grpSpPr>
                  <a:xfrm>
                    <a:off x="4968875" y="1483466"/>
                    <a:ext cx="628650" cy="1005355"/>
                    <a:chOff x="3206750" y="1483466"/>
                    <a:chExt cx="628650" cy="1005355"/>
                  </a:xfrm>
                </p:grpSpPr>
                <p:grpSp>
                  <p:nvGrpSpPr>
                    <p:cNvPr id="1170" name="그룹 1169">
                      <a:extLst>
                        <a:ext uri="{FF2B5EF4-FFF2-40B4-BE49-F238E27FC236}">
                          <a16:creationId xmlns:a16="http://schemas.microsoft.com/office/drawing/2014/main" id="{46D3B228-D825-A24A-5A2C-C5A2AD186F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06750" y="1576969"/>
                      <a:ext cx="628650" cy="785812"/>
                      <a:chOff x="4130675" y="1252538"/>
                      <a:chExt cx="628650" cy="785812"/>
                    </a:xfrm>
                  </p:grpSpPr>
                  <p:grpSp>
                    <p:nvGrpSpPr>
                      <p:cNvPr id="1179" name="그룹 1178">
                        <a:extLst>
                          <a:ext uri="{FF2B5EF4-FFF2-40B4-BE49-F238E27FC236}">
                            <a16:creationId xmlns:a16="http://schemas.microsoft.com/office/drawing/2014/main" id="{16C191E5-90FB-D27C-719C-528689295BA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57663" y="1270001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212" name="타원 1211">
                          <a:extLst>
                            <a:ext uri="{FF2B5EF4-FFF2-40B4-BE49-F238E27FC236}">
                              <a16:creationId xmlns:a16="http://schemas.microsoft.com/office/drawing/2014/main" id="{364A5491-BF54-8EBF-E374-38AC88562AE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213" name="더하기 기호 1212">
                          <a:extLst>
                            <a:ext uri="{FF2B5EF4-FFF2-40B4-BE49-F238E27FC236}">
                              <a16:creationId xmlns:a16="http://schemas.microsoft.com/office/drawing/2014/main" id="{5C011B6B-B70F-8998-4DB1-E53FCDD95EE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180" name="그룹 1179">
                        <a:extLst>
                          <a:ext uri="{FF2B5EF4-FFF2-40B4-BE49-F238E27FC236}">
                            <a16:creationId xmlns:a16="http://schemas.microsoft.com/office/drawing/2014/main" id="{BC911FC6-27BD-20BE-7460-019150BC879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30675" y="1252538"/>
                        <a:ext cx="628650" cy="134936"/>
                        <a:chOff x="3502025" y="1252538"/>
                        <a:chExt cx="628650" cy="134936"/>
                      </a:xfrm>
                    </p:grpSpPr>
                    <p:sp>
                      <p:nvSpPr>
                        <p:cNvPr id="1208" name="직사각형 1207">
                          <a:extLst>
                            <a:ext uri="{FF2B5EF4-FFF2-40B4-BE49-F238E27FC236}">
                              <a16:creationId xmlns:a16="http://schemas.microsoft.com/office/drawing/2014/main" id="{CAFCDB16-33FB-3534-1CC2-EBEF5982390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502025" y="1252538"/>
                          <a:ext cx="628650" cy="134936"/>
                        </a:xfrm>
                        <a:prstGeom prst="rect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1209" name="직선 연결선 1208">
                          <a:extLst>
                            <a:ext uri="{FF2B5EF4-FFF2-40B4-BE49-F238E27FC236}">
                              <a16:creationId xmlns:a16="http://schemas.microsoft.com/office/drawing/2014/main" id="{EFDAE8E0-78D1-5F00-BC23-57A394ED4C4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659188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  <p:cxnSp>
                      <p:nvCxnSpPr>
                        <p:cNvPr id="1210" name="직선 연결선 1209">
                          <a:extLst>
                            <a:ext uri="{FF2B5EF4-FFF2-40B4-BE49-F238E27FC236}">
                              <a16:creationId xmlns:a16="http://schemas.microsoft.com/office/drawing/2014/main" id="{A672B3B7-9A01-1E6F-E661-A4A1447BE5C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816351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  <p:cxnSp>
                      <p:nvCxnSpPr>
                        <p:cNvPr id="1211" name="직선 연결선 1210">
                          <a:extLst>
                            <a:ext uri="{FF2B5EF4-FFF2-40B4-BE49-F238E27FC236}">
                              <a16:creationId xmlns:a16="http://schemas.microsoft.com/office/drawing/2014/main" id="{F1567661-3B13-8FFC-A602-BE4AF24E8C6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973514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</p:grpSp>
                  <p:sp>
                    <p:nvSpPr>
                      <p:cNvPr id="1181" name="직사각형 1180">
                        <a:extLst>
                          <a:ext uri="{FF2B5EF4-FFF2-40B4-BE49-F238E27FC236}">
                            <a16:creationId xmlns:a16="http://schemas.microsoft.com/office/drawing/2014/main" id="{D76B3BFF-9F72-DAD2-422D-1A641238A2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30675" y="1387474"/>
                        <a:ext cx="628650" cy="515940"/>
                      </a:xfrm>
                      <a:prstGeom prst="rect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grpSp>
                    <p:nvGrpSpPr>
                      <p:cNvPr id="1182" name="그룹 1181">
                        <a:extLst>
                          <a:ext uri="{FF2B5EF4-FFF2-40B4-BE49-F238E27FC236}">
                            <a16:creationId xmlns:a16="http://schemas.microsoft.com/office/drawing/2014/main" id="{9E900C56-1D68-9422-96A4-0B5FF1EFE2C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30675" y="1903414"/>
                        <a:ext cx="628650" cy="134936"/>
                        <a:chOff x="3502025" y="1252538"/>
                        <a:chExt cx="628650" cy="134936"/>
                      </a:xfrm>
                    </p:grpSpPr>
                    <p:sp>
                      <p:nvSpPr>
                        <p:cNvPr id="1204" name="직사각형 1203">
                          <a:extLst>
                            <a:ext uri="{FF2B5EF4-FFF2-40B4-BE49-F238E27FC236}">
                              <a16:creationId xmlns:a16="http://schemas.microsoft.com/office/drawing/2014/main" id="{4CBF3AB1-AF6C-3A60-66AD-EC28453CED2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502025" y="1252538"/>
                          <a:ext cx="628650" cy="134936"/>
                        </a:xfrm>
                        <a:prstGeom prst="rect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1205" name="직선 연결선 1204">
                          <a:extLst>
                            <a:ext uri="{FF2B5EF4-FFF2-40B4-BE49-F238E27FC236}">
                              <a16:creationId xmlns:a16="http://schemas.microsoft.com/office/drawing/2014/main" id="{4FFDC7C5-340C-8621-7D7C-22E5AAAC4B5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659188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  <p:cxnSp>
                      <p:nvCxnSpPr>
                        <p:cNvPr id="1206" name="직선 연결선 1205">
                          <a:extLst>
                            <a:ext uri="{FF2B5EF4-FFF2-40B4-BE49-F238E27FC236}">
                              <a16:creationId xmlns:a16="http://schemas.microsoft.com/office/drawing/2014/main" id="{86C2C7AF-5B96-06B5-5074-CEFAE8A6C54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816351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  <p:cxnSp>
                      <p:nvCxnSpPr>
                        <p:cNvPr id="1207" name="직선 연결선 1206">
                          <a:extLst>
                            <a:ext uri="{FF2B5EF4-FFF2-40B4-BE49-F238E27FC236}">
                              <a16:creationId xmlns:a16="http://schemas.microsoft.com/office/drawing/2014/main" id="{CBF02D28-6360-2B74-EB69-8A072C15CF3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973514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</p:grpSp>
                  <p:grpSp>
                    <p:nvGrpSpPr>
                      <p:cNvPr id="1183" name="그룹 1182">
                        <a:extLst>
                          <a:ext uri="{FF2B5EF4-FFF2-40B4-BE49-F238E27FC236}">
                            <a16:creationId xmlns:a16="http://schemas.microsoft.com/office/drawing/2014/main" id="{1F3673A8-C955-09FE-E194-50AB13F55DE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316413" y="1270001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202" name="타원 1201">
                          <a:extLst>
                            <a:ext uri="{FF2B5EF4-FFF2-40B4-BE49-F238E27FC236}">
                              <a16:creationId xmlns:a16="http://schemas.microsoft.com/office/drawing/2014/main" id="{02B7AD04-AB86-CB11-833F-F5B33D57F01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203" name="더하기 기호 1202">
                          <a:extLst>
                            <a:ext uri="{FF2B5EF4-FFF2-40B4-BE49-F238E27FC236}">
                              <a16:creationId xmlns:a16="http://schemas.microsoft.com/office/drawing/2014/main" id="{3F33C2E9-268C-0F9D-4F6F-F8467FC39FD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184" name="그룹 1183">
                        <a:extLst>
                          <a:ext uri="{FF2B5EF4-FFF2-40B4-BE49-F238E27FC236}">
                            <a16:creationId xmlns:a16="http://schemas.microsoft.com/office/drawing/2014/main" id="{63EB23E5-3343-6BAF-9EF3-8403681362B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471988" y="1270001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200" name="타원 1199">
                          <a:extLst>
                            <a:ext uri="{FF2B5EF4-FFF2-40B4-BE49-F238E27FC236}">
                              <a16:creationId xmlns:a16="http://schemas.microsoft.com/office/drawing/2014/main" id="{E2E0E53A-9C8A-88D8-8185-752A4139979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201" name="더하기 기호 1200">
                          <a:extLst>
                            <a:ext uri="{FF2B5EF4-FFF2-40B4-BE49-F238E27FC236}">
                              <a16:creationId xmlns:a16="http://schemas.microsoft.com/office/drawing/2014/main" id="{A9644EFD-FA0D-4112-D07E-A1B51F9F82D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185" name="그룹 1184">
                        <a:extLst>
                          <a:ext uri="{FF2B5EF4-FFF2-40B4-BE49-F238E27FC236}">
                            <a16:creationId xmlns:a16="http://schemas.microsoft.com/office/drawing/2014/main" id="{78002D79-E4AF-047C-2D37-311A2C3B2F7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630738" y="1270001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198" name="타원 1197">
                          <a:extLst>
                            <a:ext uri="{FF2B5EF4-FFF2-40B4-BE49-F238E27FC236}">
                              <a16:creationId xmlns:a16="http://schemas.microsoft.com/office/drawing/2014/main" id="{178451FE-B63F-BB9A-944E-D6EFB592A52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199" name="더하기 기호 1198">
                          <a:extLst>
                            <a:ext uri="{FF2B5EF4-FFF2-40B4-BE49-F238E27FC236}">
                              <a16:creationId xmlns:a16="http://schemas.microsoft.com/office/drawing/2014/main" id="{3B339684-914D-8A08-B19B-133A13D530A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186" name="그룹 1185">
                        <a:extLst>
                          <a:ext uri="{FF2B5EF4-FFF2-40B4-BE49-F238E27FC236}">
                            <a16:creationId xmlns:a16="http://schemas.microsoft.com/office/drawing/2014/main" id="{AC1975AE-4ECF-1B9B-4127-D519BA46529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57663" y="1919289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196" name="타원 1195">
                          <a:extLst>
                            <a:ext uri="{FF2B5EF4-FFF2-40B4-BE49-F238E27FC236}">
                              <a16:creationId xmlns:a16="http://schemas.microsoft.com/office/drawing/2014/main" id="{F64FCA3F-9BB6-D3FA-6CB0-5A35973472E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197" name="더하기 기호 1196">
                          <a:extLst>
                            <a:ext uri="{FF2B5EF4-FFF2-40B4-BE49-F238E27FC236}">
                              <a16:creationId xmlns:a16="http://schemas.microsoft.com/office/drawing/2014/main" id="{C877CD61-B875-0396-069A-B1F2DA086DD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187" name="그룹 1186">
                        <a:extLst>
                          <a:ext uri="{FF2B5EF4-FFF2-40B4-BE49-F238E27FC236}">
                            <a16:creationId xmlns:a16="http://schemas.microsoft.com/office/drawing/2014/main" id="{714941B8-793A-58DF-7670-F5B6B2DE65E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316413" y="1919289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194" name="타원 1193">
                          <a:extLst>
                            <a:ext uri="{FF2B5EF4-FFF2-40B4-BE49-F238E27FC236}">
                              <a16:creationId xmlns:a16="http://schemas.microsoft.com/office/drawing/2014/main" id="{2B475440-E651-F80C-94B2-9BE8824F489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195" name="더하기 기호 1194">
                          <a:extLst>
                            <a:ext uri="{FF2B5EF4-FFF2-40B4-BE49-F238E27FC236}">
                              <a16:creationId xmlns:a16="http://schemas.microsoft.com/office/drawing/2014/main" id="{0E3B173E-09DA-9A59-D240-9282BB2C8CD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188" name="그룹 1187">
                        <a:extLst>
                          <a:ext uri="{FF2B5EF4-FFF2-40B4-BE49-F238E27FC236}">
                            <a16:creationId xmlns:a16="http://schemas.microsoft.com/office/drawing/2014/main" id="{1D318E23-21ED-3761-A66A-8FE081DD93F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471988" y="1919289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192" name="타원 1191">
                          <a:extLst>
                            <a:ext uri="{FF2B5EF4-FFF2-40B4-BE49-F238E27FC236}">
                              <a16:creationId xmlns:a16="http://schemas.microsoft.com/office/drawing/2014/main" id="{BB282261-A72F-E701-9E62-9CD608C992B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193" name="더하기 기호 1192">
                          <a:extLst>
                            <a:ext uri="{FF2B5EF4-FFF2-40B4-BE49-F238E27FC236}">
                              <a16:creationId xmlns:a16="http://schemas.microsoft.com/office/drawing/2014/main" id="{D63240EF-5F4A-4806-BB50-C50E328663F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189" name="그룹 1188">
                        <a:extLst>
                          <a:ext uri="{FF2B5EF4-FFF2-40B4-BE49-F238E27FC236}">
                            <a16:creationId xmlns:a16="http://schemas.microsoft.com/office/drawing/2014/main" id="{4FE67C5A-627A-E76B-1CA8-1BA97A15163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630738" y="1919289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190" name="타원 1189">
                          <a:extLst>
                            <a:ext uri="{FF2B5EF4-FFF2-40B4-BE49-F238E27FC236}">
                              <a16:creationId xmlns:a16="http://schemas.microsoft.com/office/drawing/2014/main" id="{30B8A6E3-BA9B-DBC0-4FDD-E74DAED99D2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191" name="더하기 기호 1190">
                          <a:extLst>
                            <a:ext uri="{FF2B5EF4-FFF2-40B4-BE49-F238E27FC236}">
                              <a16:creationId xmlns:a16="http://schemas.microsoft.com/office/drawing/2014/main" id="{8FA7C1EA-AEC6-CA2A-98C5-FCFB9FAD79D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1171" name="TextBox 1170">
                      <a:extLst>
                        <a:ext uri="{FF2B5EF4-FFF2-40B4-BE49-F238E27FC236}">
                          <a16:creationId xmlns:a16="http://schemas.microsoft.com/office/drawing/2014/main" id="{8B1A1C4A-2BB8-7C04-9BCC-C29E94BA84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63954" y="2381831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7</a:t>
                      </a:r>
                    </a:p>
                  </p:txBody>
                </p:sp>
                <p:sp>
                  <p:nvSpPr>
                    <p:cNvPr id="1172" name="TextBox 1171">
                      <a:extLst>
                        <a:ext uri="{FF2B5EF4-FFF2-40B4-BE49-F238E27FC236}">
                          <a16:creationId xmlns:a16="http://schemas.microsoft.com/office/drawing/2014/main" id="{CFA766B2-334B-1817-A2B6-68D7590851B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33994" y="2381831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2</a:t>
                      </a:r>
                    </a:p>
                  </p:txBody>
                </p:sp>
                <p:sp>
                  <p:nvSpPr>
                    <p:cNvPr id="1173" name="TextBox 1172">
                      <a:extLst>
                        <a:ext uri="{FF2B5EF4-FFF2-40B4-BE49-F238E27FC236}">
                          <a16:creationId xmlns:a16="http://schemas.microsoft.com/office/drawing/2014/main" id="{DCCD40EF-B1AF-F305-CACB-9696BCCA96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20635" y="2381831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8</a:t>
                      </a:r>
                    </a:p>
                  </p:txBody>
                </p:sp>
                <p:sp>
                  <p:nvSpPr>
                    <p:cNvPr id="1174" name="TextBox 1173">
                      <a:extLst>
                        <a:ext uri="{FF2B5EF4-FFF2-40B4-BE49-F238E27FC236}">
                          <a16:creationId xmlns:a16="http://schemas.microsoft.com/office/drawing/2014/main" id="{9BD2F642-9E1B-1C06-4321-976EDCDDD0F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77315" y="2381831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1</a:t>
                      </a:r>
                    </a:p>
                  </p:txBody>
                </p:sp>
                <p:sp>
                  <p:nvSpPr>
                    <p:cNvPr id="1175" name="TextBox 1174">
                      <a:extLst>
                        <a:ext uri="{FF2B5EF4-FFF2-40B4-BE49-F238E27FC236}">
                          <a16:creationId xmlns:a16="http://schemas.microsoft.com/office/drawing/2014/main" id="{608B29E9-A801-EB06-EAA0-445615B299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63954" y="1483466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6</a:t>
                      </a:r>
                    </a:p>
                  </p:txBody>
                </p:sp>
                <p:sp>
                  <p:nvSpPr>
                    <p:cNvPr id="1176" name="TextBox 1175">
                      <a:extLst>
                        <a:ext uri="{FF2B5EF4-FFF2-40B4-BE49-F238E27FC236}">
                          <a16:creationId xmlns:a16="http://schemas.microsoft.com/office/drawing/2014/main" id="{DFCA6DEE-92BC-D9BF-67AA-B90812FAA0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33994" y="1483466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3</a:t>
                      </a:r>
                    </a:p>
                  </p:txBody>
                </p:sp>
                <p:sp>
                  <p:nvSpPr>
                    <p:cNvPr id="1177" name="TextBox 1176">
                      <a:extLst>
                        <a:ext uri="{FF2B5EF4-FFF2-40B4-BE49-F238E27FC236}">
                          <a16:creationId xmlns:a16="http://schemas.microsoft.com/office/drawing/2014/main" id="{711950CC-2680-F60A-37F7-D170F73BF8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20635" y="1483466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5</a:t>
                      </a:r>
                    </a:p>
                  </p:txBody>
                </p:sp>
                <p:sp>
                  <p:nvSpPr>
                    <p:cNvPr id="1178" name="TextBox 1177">
                      <a:extLst>
                        <a:ext uri="{FF2B5EF4-FFF2-40B4-BE49-F238E27FC236}">
                          <a16:creationId xmlns:a16="http://schemas.microsoft.com/office/drawing/2014/main" id="{991D98C1-146E-08C9-B45B-DF5B07D94E1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77315" y="1483466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4</a:t>
                      </a:r>
                    </a:p>
                  </p:txBody>
                </p:sp>
              </p:grpSp>
              <p:sp>
                <p:nvSpPr>
                  <p:cNvPr id="1168" name="자유형: 도형 1167">
                    <a:extLst>
                      <a:ext uri="{FF2B5EF4-FFF2-40B4-BE49-F238E27FC236}">
                        <a16:creationId xmlns:a16="http://schemas.microsoft.com/office/drawing/2014/main" id="{581DEDE2-CBC7-81C5-4B32-F511095EF6D2}"/>
                      </a:ext>
                    </a:extLst>
                  </p:cNvPr>
                  <p:cNvSpPr/>
                  <p:nvPr/>
                </p:nvSpPr>
                <p:spPr>
                  <a:xfrm>
                    <a:off x="4919663" y="2069306"/>
                    <a:ext cx="107156" cy="557213"/>
                  </a:xfrm>
                  <a:custGeom>
                    <a:avLst/>
                    <a:gdLst>
                      <a:gd name="csX0" fmla="*/ 107156 w 107156"/>
                      <a:gd name="csY0" fmla="*/ 0 h 557213"/>
                      <a:gd name="csX1" fmla="*/ 0 w 107156"/>
                      <a:gd name="csY1" fmla="*/ 0 h 557213"/>
                      <a:gd name="csX2" fmla="*/ 0 w 107156"/>
                      <a:gd name="csY2" fmla="*/ 557213 h 55721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07156" h="557213">
                        <a:moveTo>
                          <a:pt x="107156" y="0"/>
                        </a:moveTo>
                        <a:lnTo>
                          <a:pt x="0" y="0"/>
                        </a:lnTo>
                        <a:lnTo>
                          <a:pt x="0" y="557213"/>
                        </a:lnTo>
                      </a:path>
                    </a:pathLst>
                  </a:cu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169" name="자유형: 도형 1168">
                    <a:extLst>
                      <a:ext uri="{FF2B5EF4-FFF2-40B4-BE49-F238E27FC236}">
                        <a16:creationId xmlns:a16="http://schemas.microsoft.com/office/drawing/2014/main" id="{D8BDD180-2F0A-5F2A-D800-B110258A3300}"/>
                      </a:ext>
                    </a:extLst>
                  </p:cNvPr>
                  <p:cNvSpPr/>
                  <p:nvPr/>
                </p:nvSpPr>
                <p:spPr>
                  <a:xfrm flipH="1">
                    <a:off x="5553076" y="2069306"/>
                    <a:ext cx="107156" cy="557213"/>
                  </a:xfrm>
                  <a:custGeom>
                    <a:avLst/>
                    <a:gdLst>
                      <a:gd name="csX0" fmla="*/ 107156 w 107156"/>
                      <a:gd name="csY0" fmla="*/ 0 h 557213"/>
                      <a:gd name="csX1" fmla="*/ 0 w 107156"/>
                      <a:gd name="csY1" fmla="*/ 0 h 557213"/>
                      <a:gd name="csX2" fmla="*/ 0 w 107156"/>
                      <a:gd name="csY2" fmla="*/ 557213 h 55721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07156" h="557213">
                        <a:moveTo>
                          <a:pt x="107156" y="0"/>
                        </a:moveTo>
                        <a:lnTo>
                          <a:pt x="0" y="0"/>
                        </a:lnTo>
                        <a:lnTo>
                          <a:pt x="0" y="557213"/>
                        </a:lnTo>
                      </a:path>
                    </a:pathLst>
                  </a:cu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</p:grpSp>
          <p:sp>
            <p:nvSpPr>
              <p:cNvPr id="1155" name="이등변 삼각형 1154">
                <a:extLst>
                  <a:ext uri="{FF2B5EF4-FFF2-40B4-BE49-F238E27FC236}">
                    <a16:creationId xmlns:a16="http://schemas.microsoft.com/office/drawing/2014/main" id="{0418D558-524B-0B7E-4927-E579C42448AC}"/>
                  </a:ext>
                </a:extLst>
              </p:cNvPr>
              <p:cNvSpPr/>
              <p:nvPr/>
            </p:nvSpPr>
            <p:spPr>
              <a:xfrm rot="4997142">
                <a:off x="2887215" y="2814007"/>
                <a:ext cx="53034" cy="45719"/>
              </a:xfrm>
              <a:prstGeom prst="triangl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56" name="TextBox 1155">
                <a:extLst>
                  <a:ext uri="{FF2B5EF4-FFF2-40B4-BE49-F238E27FC236}">
                    <a16:creationId xmlns:a16="http://schemas.microsoft.com/office/drawing/2014/main" id="{1A71A664-60F8-E12E-044F-B5A000DFF21C}"/>
                  </a:ext>
                </a:extLst>
              </p:cNvPr>
              <p:cNvSpPr txBox="1"/>
              <p:nvPr/>
            </p:nvSpPr>
            <p:spPr>
              <a:xfrm>
                <a:off x="2812352" y="3495420"/>
                <a:ext cx="338059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AC 220V</a:t>
                </a:r>
              </a:p>
            </p:txBody>
          </p:sp>
        </p:grpSp>
        <p:grpSp>
          <p:nvGrpSpPr>
            <p:cNvPr id="1235" name="그룹 1234">
              <a:extLst>
                <a:ext uri="{FF2B5EF4-FFF2-40B4-BE49-F238E27FC236}">
                  <a16:creationId xmlns:a16="http://schemas.microsoft.com/office/drawing/2014/main" id="{88390BD6-41C0-A2EB-27EA-0FF4B66353D7}"/>
                </a:ext>
              </a:extLst>
            </p:cNvPr>
            <p:cNvGrpSpPr/>
            <p:nvPr/>
          </p:nvGrpSpPr>
          <p:grpSpPr>
            <a:xfrm>
              <a:off x="4361975" y="3890743"/>
              <a:ext cx="1153145" cy="754516"/>
              <a:chOff x="1271071" y="2512614"/>
              <a:chExt cx="1153145" cy="754516"/>
            </a:xfrm>
          </p:grpSpPr>
          <p:grpSp>
            <p:nvGrpSpPr>
              <p:cNvPr id="1236" name="그룹 1235">
                <a:extLst>
                  <a:ext uri="{FF2B5EF4-FFF2-40B4-BE49-F238E27FC236}">
                    <a16:creationId xmlns:a16="http://schemas.microsoft.com/office/drawing/2014/main" id="{BBA06038-4201-CB46-E01F-4CF74BEE2197}"/>
                  </a:ext>
                </a:extLst>
              </p:cNvPr>
              <p:cNvGrpSpPr/>
              <p:nvPr/>
            </p:nvGrpSpPr>
            <p:grpSpPr>
              <a:xfrm>
                <a:off x="1271071" y="2512614"/>
                <a:ext cx="1153145" cy="707234"/>
                <a:chOff x="1271071" y="2512614"/>
                <a:chExt cx="1153145" cy="707234"/>
              </a:xfrm>
            </p:grpSpPr>
            <p:sp>
              <p:nvSpPr>
                <p:cNvPr id="1238" name="타원 1237">
                  <a:extLst>
                    <a:ext uri="{FF2B5EF4-FFF2-40B4-BE49-F238E27FC236}">
                      <a16:creationId xmlns:a16="http://schemas.microsoft.com/office/drawing/2014/main" id="{EE9B127A-9595-352F-D064-20078029988F}"/>
                    </a:ext>
                  </a:extLst>
                </p:cNvPr>
                <p:cNvSpPr/>
                <p:nvPr/>
              </p:nvSpPr>
              <p:spPr>
                <a:xfrm>
                  <a:off x="1496670" y="2512614"/>
                  <a:ext cx="597696" cy="5976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39" name="타원 1238">
                  <a:extLst>
                    <a:ext uri="{FF2B5EF4-FFF2-40B4-BE49-F238E27FC236}">
                      <a16:creationId xmlns:a16="http://schemas.microsoft.com/office/drawing/2014/main" id="{73BBE4A4-1231-E868-9BF6-26DF4C1033A0}"/>
                    </a:ext>
                  </a:extLst>
                </p:cNvPr>
                <p:cNvSpPr/>
                <p:nvPr/>
              </p:nvSpPr>
              <p:spPr>
                <a:xfrm rot="10800000" flipV="1">
                  <a:off x="1821998" y="2567427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5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40" name="타원 1239">
                  <a:extLst>
                    <a:ext uri="{FF2B5EF4-FFF2-40B4-BE49-F238E27FC236}">
                      <a16:creationId xmlns:a16="http://schemas.microsoft.com/office/drawing/2014/main" id="{F39A2FC4-D8F8-79C4-893C-5BDE950EB3A8}"/>
                    </a:ext>
                  </a:extLst>
                </p:cNvPr>
                <p:cNvSpPr/>
                <p:nvPr/>
              </p:nvSpPr>
              <p:spPr>
                <a:xfrm rot="10800000" flipV="1">
                  <a:off x="1672458" y="2567427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4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41" name="타원 1240">
                  <a:extLst>
                    <a:ext uri="{FF2B5EF4-FFF2-40B4-BE49-F238E27FC236}">
                      <a16:creationId xmlns:a16="http://schemas.microsoft.com/office/drawing/2014/main" id="{B431677E-9821-8599-4AFA-D70CB679D9F2}"/>
                    </a:ext>
                  </a:extLst>
                </p:cNvPr>
                <p:cNvSpPr/>
                <p:nvPr/>
              </p:nvSpPr>
              <p:spPr>
                <a:xfrm rot="10800000" flipV="1">
                  <a:off x="1546200" y="2681727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3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42" name="타원 1241">
                  <a:extLst>
                    <a:ext uri="{FF2B5EF4-FFF2-40B4-BE49-F238E27FC236}">
                      <a16:creationId xmlns:a16="http://schemas.microsoft.com/office/drawing/2014/main" id="{4487E1A2-56F2-1DB6-13C0-43BD0842C30A}"/>
                    </a:ext>
                  </a:extLst>
                </p:cNvPr>
                <p:cNvSpPr/>
                <p:nvPr/>
              </p:nvSpPr>
              <p:spPr>
                <a:xfrm rot="10800000" flipV="1">
                  <a:off x="1546200" y="2840520"/>
                  <a:ext cx="86204" cy="86204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2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43" name="타원 1242">
                  <a:extLst>
                    <a:ext uri="{FF2B5EF4-FFF2-40B4-BE49-F238E27FC236}">
                      <a16:creationId xmlns:a16="http://schemas.microsoft.com/office/drawing/2014/main" id="{B1AEB9B1-C19A-C83B-4E92-00FB9407F608}"/>
                    </a:ext>
                  </a:extLst>
                </p:cNvPr>
                <p:cNvSpPr/>
                <p:nvPr/>
              </p:nvSpPr>
              <p:spPr>
                <a:xfrm rot="10800000" flipV="1">
                  <a:off x="1672458" y="2969858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1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44" name="타원 1243">
                  <a:extLst>
                    <a:ext uri="{FF2B5EF4-FFF2-40B4-BE49-F238E27FC236}">
                      <a16:creationId xmlns:a16="http://schemas.microsoft.com/office/drawing/2014/main" id="{6F5454CC-8234-8E45-A696-CC813E8BB87C}"/>
                    </a:ext>
                  </a:extLst>
                </p:cNvPr>
                <p:cNvSpPr/>
                <p:nvPr/>
              </p:nvSpPr>
              <p:spPr>
                <a:xfrm rot="10800000" flipV="1">
                  <a:off x="1965059" y="2681727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6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45" name="타원 1244">
                  <a:extLst>
                    <a:ext uri="{FF2B5EF4-FFF2-40B4-BE49-F238E27FC236}">
                      <a16:creationId xmlns:a16="http://schemas.microsoft.com/office/drawing/2014/main" id="{69C4FC99-2A7F-A3D7-B472-2997CA6F0DAD}"/>
                    </a:ext>
                  </a:extLst>
                </p:cNvPr>
                <p:cNvSpPr/>
                <p:nvPr/>
              </p:nvSpPr>
              <p:spPr>
                <a:xfrm rot="10800000" flipV="1">
                  <a:off x="1965059" y="2840520"/>
                  <a:ext cx="86204" cy="86204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7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46" name="타원 1245">
                  <a:extLst>
                    <a:ext uri="{FF2B5EF4-FFF2-40B4-BE49-F238E27FC236}">
                      <a16:creationId xmlns:a16="http://schemas.microsoft.com/office/drawing/2014/main" id="{88D5F2D7-3E3F-CF8E-FC8D-59FA17B8E32C}"/>
                    </a:ext>
                  </a:extLst>
                </p:cNvPr>
                <p:cNvSpPr/>
                <p:nvPr/>
              </p:nvSpPr>
              <p:spPr>
                <a:xfrm rot="10800000" flipV="1">
                  <a:off x="1821998" y="2969858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8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grpSp>
              <p:nvGrpSpPr>
                <p:cNvPr id="1247" name="그룹 1246">
                  <a:extLst>
                    <a:ext uri="{FF2B5EF4-FFF2-40B4-BE49-F238E27FC236}">
                      <a16:creationId xmlns:a16="http://schemas.microsoft.com/office/drawing/2014/main" id="{083CF5C8-CEF3-03F4-117D-F6AEE55C48EC}"/>
                    </a:ext>
                  </a:extLst>
                </p:cNvPr>
                <p:cNvGrpSpPr/>
                <p:nvPr/>
              </p:nvGrpSpPr>
              <p:grpSpPr>
                <a:xfrm>
                  <a:off x="1731032" y="2740070"/>
                  <a:ext cx="127354" cy="152033"/>
                  <a:chOff x="4286010" y="4299391"/>
                  <a:chExt cx="127354" cy="152033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84145FF4-8095-2EF2-6FF9-317E3014BFDE}"/>
                      </a:ext>
                    </a:extLst>
                  </p:cNvPr>
                  <p:cNvSpPr/>
                  <p:nvPr/>
                </p:nvSpPr>
                <p:spPr>
                  <a:xfrm rot="10800000" flipV="1">
                    <a:off x="4286010" y="4299391"/>
                    <a:ext cx="127354" cy="127354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1A80BBC1-836C-5D23-4A3F-7079D57FFF14}"/>
                      </a:ext>
                    </a:extLst>
                  </p:cNvPr>
                  <p:cNvGrpSpPr/>
                  <p:nvPr/>
                </p:nvGrpSpPr>
                <p:grpSpPr>
                  <a:xfrm>
                    <a:off x="4319351" y="4340330"/>
                    <a:ext cx="55244" cy="111094"/>
                    <a:chOff x="4393640" y="2393296"/>
                    <a:chExt cx="64061" cy="128825"/>
                  </a:xfrm>
                  <a:solidFill>
                    <a:schemeClr val="bg1"/>
                  </a:solidFill>
                </p:grpSpPr>
                <p:sp>
                  <p:nvSpPr>
                    <p:cNvPr id="1276" name="타원 1275">
                      <a:extLst>
                        <a:ext uri="{FF2B5EF4-FFF2-40B4-BE49-F238E27FC236}">
                          <a16:creationId xmlns:a16="http://schemas.microsoft.com/office/drawing/2014/main" id="{037EE95A-AADC-E94D-EF89-ED8EA05AE6C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361612" y="2434849"/>
                      <a:ext cx="128824" cy="45719"/>
                    </a:xfrm>
                    <a:prstGeom prst="ellipse">
                      <a:avLst/>
                    </a:prstGeom>
                    <a:grp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277" name="사각형: 둥근 모서리 1276">
                      <a:extLst>
                        <a:ext uri="{FF2B5EF4-FFF2-40B4-BE49-F238E27FC236}">
                          <a16:creationId xmlns:a16="http://schemas.microsoft.com/office/drawing/2014/main" id="{6FA5D551-191B-DA29-51A1-BEFA217587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93640" y="2393296"/>
                      <a:ext cx="64061" cy="83200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</p:grpSp>
            <p:cxnSp>
              <p:nvCxnSpPr>
                <p:cNvPr id="1248" name="직선 연결선 1247">
                  <a:extLst>
                    <a:ext uri="{FF2B5EF4-FFF2-40B4-BE49-F238E27FC236}">
                      <a16:creationId xmlns:a16="http://schemas.microsoft.com/office/drawing/2014/main" id="{DFF4A6AE-FE76-3A13-EDED-D5C4DCEB92D3}"/>
                    </a:ext>
                  </a:extLst>
                </p:cNvPr>
                <p:cNvCxnSpPr>
                  <a:cxnSpLocks/>
                  <a:endCxn id="1239" idx="2"/>
                </p:cNvCxnSpPr>
                <p:nvPr/>
              </p:nvCxnSpPr>
              <p:spPr>
                <a:xfrm flipH="1">
                  <a:off x="1908202" y="2610529"/>
                  <a:ext cx="248520" cy="0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249" name="타원 1248">
                  <a:extLst>
                    <a:ext uri="{FF2B5EF4-FFF2-40B4-BE49-F238E27FC236}">
                      <a16:creationId xmlns:a16="http://schemas.microsoft.com/office/drawing/2014/main" id="{956AB133-0839-3442-0244-B4D28369B2A1}"/>
                    </a:ext>
                  </a:extLst>
                </p:cNvPr>
                <p:cNvSpPr/>
                <p:nvPr/>
              </p:nvSpPr>
              <p:spPr>
                <a:xfrm>
                  <a:off x="2133862" y="2587669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7A482FC4-90C7-CDC2-288D-BC1123D1B671}"/>
                    </a:ext>
                  </a:extLst>
                </p:cNvPr>
                <p:cNvSpPr/>
                <p:nvPr/>
              </p:nvSpPr>
              <p:spPr>
                <a:xfrm>
                  <a:off x="2257687" y="2587669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251" name="직선 연결선 1250">
                  <a:extLst>
                    <a:ext uri="{FF2B5EF4-FFF2-40B4-BE49-F238E27FC236}">
                      <a16:creationId xmlns:a16="http://schemas.microsoft.com/office/drawing/2014/main" id="{E97CF6B4-ECDC-8544-AD57-3E641358BD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36602" y="2638352"/>
                  <a:ext cx="166804" cy="0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252" name="타원 1251">
                  <a:extLst>
                    <a:ext uri="{FF2B5EF4-FFF2-40B4-BE49-F238E27FC236}">
                      <a16:creationId xmlns:a16="http://schemas.microsoft.com/office/drawing/2014/main" id="{2D4B2006-5B94-5D3B-84EF-09EE83A9D334}"/>
                    </a:ext>
                  </a:extLst>
                </p:cNvPr>
                <p:cNvSpPr/>
                <p:nvPr/>
              </p:nvSpPr>
              <p:spPr>
                <a:xfrm>
                  <a:off x="2133862" y="2737495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53" name="타원 1252">
                  <a:extLst>
                    <a:ext uri="{FF2B5EF4-FFF2-40B4-BE49-F238E27FC236}">
                      <a16:creationId xmlns:a16="http://schemas.microsoft.com/office/drawing/2014/main" id="{67FC2BDF-2CA7-698D-8567-E4E4C5F1B6C3}"/>
                    </a:ext>
                  </a:extLst>
                </p:cNvPr>
                <p:cNvSpPr/>
                <p:nvPr/>
              </p:nvSpPr>
              <p:spPr>
                <a:xfrm>
                  <a:off x="2257687" y="2737495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254" name="직선 연결선 1253">
                  <a:extLst>
                    <a:ext uri="{FF2B5EF4-FFF2-40B4-BE49-F238E27FC236}">
                      <a16:creationId xmlns:a16="http://schemas.microsoft.com/office/drawing/2014/main" id="{E267C4B1-428F-B6CD-3D9C-8524850648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36602" y="2714271"/>
                  <a:ext cx="166804" cy="0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55" name="연결선: 꺾임 1254">
                  <a:extLst>
                    <a:ext uri="{FF2B5EF4-FFF2-40B4-BE49-F238E27FC236}">
                      <a16:creationId xmlns:a16="http://schemas.microsoft.com/office/drawing/2014/main" id="{52B1EDFB-3929-BABC-F57C-A64FAB9B3DD0}"/>
                    </a:ext>
                  </a:extLst>
                </p:cNvPr>
                <p:cNvCxnSpPr>
                  <a:cxnSpLocks/>
                  <a:stCxn id="1250" idx="6"/>
                  <a:endCxn id="1253" idx="6"/>
                </p:cNvCxnSpPr>
                <p:nvPr/>
              </p:nvCxnSpPr>
              <p:spPr>
                <a:xfrm>
                  <a:off x="2303406" y="2610529"/>
                  <a:ext cx="12700" cy="149826"/>
                </a:xfrm>
                <a:prstGeom prst="bentConnector3">
                  <a:avLst>
                    <a:gd name="adj1" fmla="val 300000"/>
                  </a:avLst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256" name="타원 1255">
                  <a:extLst>
                    <a:ext uri="{FF2B5EF4-FFF2-40B4-BE49-F238E27FC236}">
                      <a16:creationId xmlns:a16="http://schemas.microsoft.com/office/drawing/2014/main" id="{553D787B-5D25-39FE-3189-C7055534D6CA}"/>
                    </a:ext>
                  </a:extLst>
                </p:cNvPr>
                <p:cNvSpPr/>
                <p:nvPr/>
              </p:nvSpPr>
              <p:spPr>
                <a:xfrm>
                  <a:off x="2316106" y="2641968"/>
                  <a:ext cx="45719" cy="45719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57" name="자유형: 도형 1256">
                  <a:extLst>
                    <a:ext uri="{FF2B5EF4-FFF2-40B4-BE49-F238E27FC236}">
                      <a16:creationId xmlns:a16="http://schemas.microsoft.com/office/drawing/2014/main" id="{AB278D88-5AFB-94E1-DA2F-2BCA6EB49EFD}"/>
                    </a:ext>
                  </a:extLst>
                </p:cNvPr>
                <p:cNvSpPr/>
                <p:nvPr/>
              </p:nvSpPr>
              <p:spPr>
                <a:xfrm>
                  <a:off x="1902722" y="2662635"/>
                  <a:ext cx="521494" cy="352425"/>
                </a:xfrm>
                <a:custGeom>
                  <a:avLst/>
                  <a:gdLst>
                    <a:gd name="csX0" fmla="*/ 459581 w 521494"/>
                    <a:gd name="csY0" fmla="*/ 0 h 352425"/>
                    <a:gd name="csX1" fmla="*/ 521494 w 521494"/>
                    <a:gd name="csY1" fmla="*/ 0 h 352425"/>
                    <a:gd name="csX2" fmla="*/ 521494 w 521494"/>
                    <a:gd name="csY2" fmla="*/ 352425 h 352425"/>
                    <a:gd name="csX3" fmla="*/ 0 w 521494"/>
                    <a:gd name="csY3" fmla="*/ 352425 h 3524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21494" h="352425">
                      <a:moveTo>
                        <a:pt x="459581" y="0"/>
                      </a:moveTo>
                      <a:lnTo>
                        <a:pt x="521494" y="0"/>
                      </a:lnTo>
                      <a:lnTo>
                        <a:pt x="521494" y="352425"/>
                      </a:lnTo>
                      <a:lnTo>
                        <a:pt x="0" y="35242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58" name="자유형: 도형 1257">
                  <a:extLst>
                    <a:ext uri="{FF2B5EF4-FFF2-40B4-BE49-F238E27FC236}">
                      <a16:creationId xmlns:a16="http://schemas.microsoft.com/office/drawing/2014/main" id="{C24B4ACF-1754-0990-1816-3615CB92DB2C}"/>
                    </a:ext>
                  </a:extLst>
                </p:cNvPr>
                <p:cNvSpPr/>
                <p:nvPr/>
              </p:nvSpPr>
              <p:spPr>
                <a:xfrm>
                  <a:off x="2045597" y="2886473"/>
                  <a:ext cx="71437" cy="333375"/>
                </a:xfrm>
                <a:custGeom>
                  <a:avLst/>
                  <a:gdLst>
                    <a:gd name="csX0" fmla="*/ 0 w 71437"/>
                    <a:gd name="csY0" fmla="*/ 0 h 333375"/>
                    <a:gd name="csX1" fmla="*/ 71437 w 71437"/>
                    <a:gd name="csY1" fmla="*/ 71437 h 333375"/>
                    <a:gd name="csX2" fmla="*/ 71437 w 71437"/>
                    <a:gd name="csY2" fmla="*/ 333375 h 3333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1437" h="333375">
                      <a:moveTo>
                        <a:pt x="0" y="0"/>
                      </a:moveTo>
                      <a:lnTo>
                        <a:pt x="71437" y="71437"/>
                      </a:lnTo>
                      <a:lnTo>
                        <a:pt x="71437" y="33337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59" name="자유형: 도형 1258">
                  <a:extLst>
                    <a:ext uri="{FF2B5EF4-FFF2-40B4-BE49-F238E27FC236}">
                      <a16:creationId xmlns:a16="http://schemas.microsoft.com/office/drawing/2014/main" id="{D79465DE-80FC-91F2-FA29-BE7AF29CD5AC}"/>
                    </a:ext>
                  </a:extLst>
                </p:cNvPr>
                <p:cNvSpPr/>
                <p:nvPr/>
              </p:nvSpPr>
              <p:spPr>
                <a:xfrm flipH="1">
                  <a:off x="1472856" y="2886473"/>
                  <a:ext cx="71437" cy="333375"/>
                </a:xfrm>
                <a:custGeom>
                  <a:avLst/>
                  <a:gdLst>
                    <a:gd name="csX0" fmla="*/ 0 w 71437"/>
                    <a:gd name="csY0" fmla="*/ 0 h 333375"/>
                    <a:gd name="csX1" fmla="*/ 71437 w 71437"/>
                    <a:gd name="csY1" fmla="*/ 71437 h 333375"/>
                    <a:gd name="csX2" fmla="*/ 71437 w 71437"/>
                    <a:gd name="csY2" fmla="*/ 333375 h 3333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1437" h="333375">
                      <a:moveTo>
                        <a:pt x="0" y="0"/>
                      </a:moveTo>
                      <a:lnTo>
                        <a:pt x="71437" y="71437"/>
                      </a:lnTo>
                      <a:lnTo>
                        <a:pt x="71437" y="33337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60" name="TextBox 1259">
                  <a:extLst>
                    <a:ext uri="{FF2B5EF4-FFF2-40B4-BE49-F238E27FC236}">
                      <a16:creationId xmlns:a16="http://schemas.microsoft.com/office/drawing/2014/main" id="{27AFF9ED-7D32-DA16-BD47-B0783D28E6F9}"/>
                    </a:ext>
                  </a:extLst>
                </p:cNvPr>
                <p:cNvSpPr txBox="1"/>
                <p:nvPr/>
              </p:nvSpPr>
              <p:spPr>
                <a:xfrm>
                  <a:off x="1634158" y="2725612"/>
                  <a:ext cx="48295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현대산스 Text Bold" panose="020B0600000101010101" pitchFamily="34" charset="-127"/>
                      <a:ea typeface="현대산스 Text Bold" panose="020B0600000101010101" pitchFamily="34" charset="-127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1261" name="TextBox 1260">
                  <a:extLst>
                    <a:ext uri="{FF2B5EF4-FFF2-40B4-BE49-F238E27FC236}">
                      <a16:creationId xmlns:a16="http://schemas.microsoft.com/office/drawing/2014/main" id="{1E7FA44B-4C7A-ECB9-48B4-6DAE1456B566}"/>
                    </a:ext>
                  </a:extLst>
                </p:cNvPr>
                <p:cNvSpPr txBox="1"/>
                <p:nvPr/>
              </p:nvSpPr>
              <p:spPr>
                <a:xfrm>
                  <a:off x="1840668" y="2657075"/>
                  <a:ext cx="54486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ED7D31"/>
                      </a:solidFill>
                      <a:effectLst/>
                      <a:uLnTx/>
                      <a:uFillTx/>
                      <a:latin typeface="현대산스 Text Bold" panose="020B0600000101010101" pitchFamily="34" charset="-127"/>
                      <a:ea typeface="현대산스 Text Bold" panose="020B0600000101010101" pitchFamily="34" charset="-127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1262" name="TextBox 1261">
                  <a:extLst>
                    <a:ext uri="{FF2B5EF4-FFF2-40B4-BE49-F238E27FC236}">
                      <a16:creationId xmlns:a16="http://schemas.microsoft.com/office/drawing/2014/main" id="{026A0B52-522C-9662-DF6F-6FF45E2CA03E}"/>
                    </a:ext>
                  </a:extLst>
                </p:cNvPr>
                <p:cNvSpPr txBox="1"/>
                <p:nvPr/>
              </p:nvSpPr>
              <p:spPr>
                <a:xfrm>
                  <a:off x="1921675" y="2725612"/>
                  <a:ext cx="48295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현대산스 Text Bold" panose="020B0600000101010101" pitchFamily="34" charset="-127"/>
                      <a:ea typeface="현대산스 Text Bold" panose="020B0600000101010101" pitchFamily="34" charset="-127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1263" name="TextBox 1262">
                  <a:extLst>
                    <a:ext uri="{FF2B5EF4-FFF2-40B4-BE49-F238E27FC236}">
                      <a16:creationId xmlns:a16="http://schemas.microsoft.com/office/drawing/2014/main" id="{EC4C6EAB-5526-3EA7-EFDA-9BCA487358DF}"/>
                    </a:ext>
                  </a:extLst>
                </p:cNvPr>
                <p:cNvSpPr txBox="1"/>
                <p:nvPr/>
              </p:nvSpPr>
              <p:spPr>
                <a:xfrm>
                  <a:off x="1687769" y="2894107"/>
                  <a:ext cx="47056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50"/>
                      </a:solidFill>
                      <a:effectLst/>
                      <a:uLnTx/>
                      <a:uFillTx/>
                      <a:latin typeface="현대산스 Text Bold" panose="020B0600000101010101" pitchFamily="34" charset="-127"/>
                      <a:ea typeface="현대산스 Text Bold" panose="020B0600000101010101" pitchFamily="34" charset="-127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1264" name="TextBox 1263">
                  <a:extLst>
                    <a:ext uri="{FF2B5EF4-FFF2-40B4-BE49-F238E27FC236}">
                      <a16:creationId xmlns:a16="http://schemas.microsoft.com/office/drawing/2014/main" id="{7AD445D2-FAA1-6238-0362-B4C8AF4DDAB9}"/>
                    </a:ext>
                  </a:extLst>
                </p:cNvPr>
                <p:cNvSpPr txBox="1"/>
                <p:nvPr/>
              </p:nvSpPr>
              <p:spPr>
                <a:xfrm>
                  <a:off x="1839620" y="2894107"/>
                  <a:ext cx="47056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50"/>
                      </a:solidFill>
                      <a:effectLst/>
                      <a:uLnTx/>
                      <a:uFillTx/>
                      <a:latin typeface="현대산스 Text Bold" panose="020B0600000101010101" pitchFamily="34" charset="-127"/>
                      <a:ea typeface="현대산스 Text Bold" panose="020B0600000101010101" pitchFamily="34" charset="-127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1265" name="이등변 삼각형 1264">
                  <a:extLst>
                    <a:ext uri="{FF2B5EF4-FFF2-40B4-BE49-F238E27FC236}">
                      <a16:creationId xmlns:a16="http://schemas.microsoft.com/office/drawing/2014/main" id="{A7C47D12-A172-703B-9E57-4ABA3AF8863F}"/>
                    </a:ext>
                  </a:extLst>
                </p:cNvPr>
                <p:cNvSpPr/>
                <p:nvPr/>
              </p:nvSpPr>
              <p:spPr>
                <a:xfrm>
                  <a:off x="2193155" y="2592637"/>
                  <a:ext cx="53034" cy="45719"/>
                </a:xfrm>
                <a:prstGeom prst="triangl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66" name="이등변 삼각형 1265">
                  <a:extLst>
                    <a:ext uri="{FF2B5EF4-FFF2-40B4-BE49-F238E27FC236}">
                      <a16:creationId xmlns:a16="http://schemas.microsoft.com/office/drawing/2014/main" id="{CA2C4961-1A46-9626-76A7-23984FF168B3}"/>
                    </a:ext>
                  </a:extLst>
                </p:cNvPr>
                <p:cNvSpPr/>
                <p:nvPr/>
              </p:nvSpPr>
              <p:spPr>
                <a:xfrm>
                  <a:off x="2193155" y="2669185"/>
                  <a:ext cx="53034" cy="45719"/>
                </a:xfrm>
                <a:prstGeom prst="triangl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267" name="연결선: 꺾임 1266">
                  <a:extLst>
                    <a:ext uri="{FF2B5EF4-FFF2-40B4-BE49-F238E27FC236}">
                      <a16:creationId xmlns:a16="http://schemas.microsoft.com/office/drawing/2014/main" id="{D69496A8-B1A0-00AE-1443-3D2E9D2FC5DE}"/>
                    </a:ext>
                  </a:extLst>
                </p:cNvPr>
                <p:cNvCxnSpPr>
                  <a:cxnSpLocks/>
                  <a:stCxn id="1244" idx="2"/>
                  <a:endCxn id="1252" idx="2"/>
                </p:cNvCxnSpPr>
                <p:nvPr/>
              </p:nvCxnSpPr>
              <p:spPr>
                <a:xfrm>
                  <a:off x="2051263" y="2724829"/>
                  <a:ext cx="82599" cy="35526"/>
                </a:xfrm>
                <a:prstGeom prst="bentConnector3">
                  <a:avLst>
                    <a:gd name="adj1" fmla="val 15406"/>
                  </a:avLst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68" name="연결선: 꺾임 1267">
                  <a:extLst>
                    <a:ext uri="{FF2B5EF4-FFF2-40B4-BE49-F238E27FC236}">
                      <a16:creationId xmlns:a16="http://schemas.microsoft.com/office/drawing/2014/main" id="{C2272D86-A918-F62A-65A0-E20BB3AC61E3}"/>
                    </a:ext>
                  </a:extLst>
                </p:cNvPr>
                <p:cNvCxnSpPr>
                  <a:cxnSpLocks/>
                  <a:stCxn id="1241" idx="6"/>
                  <a:endCxn id="1271" idx="2"/>
                </p:cNvCxnSpPr>
                <p:nvPr/>
              </p:nvCxnSpPr>
              <p:spPr>
                <a:xfrm rot="10800000" flipV="1">
                  <a:off x="1298896" y="2724828"/>
                  <a:ext cx="247305" cy="45343"/>
                </a:xfrm>
                <a:prstGeom prst="bentConnector2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69" name="연결선: 꺾임 1268">
                  <a:extLst>
                    <a:ext uri="{FF2B5EF4-FFF2-40B4-BE49-F238E27FC236}">
                      <a16:creationId xmlns:a16="http://schemas.microsoft.com/office/drawing/2014/main" id="{ACF995CB-1FB1-814E-E984-B4FEDD24FACE}"/>
                    </a:ext>
                  </a:extLst>
                </p:cNvPr>
                <p:cNvCxnSpPr>
                  <a:cxnSpLocks/>
                  <a:stCxn id="1243" idx="6"/>
                  <a:endCxn id="1272" idx="6"/>
                </p:cNvCxnSpPr>
                <p:nvPr/>
              </p:nvCxnSpPr>
              <p:spPr>
                <a:xfrm rot="10800000">
                  <a:off x="1298896" y="2939716"/>
                  <a:ext cx="373563" cy="73244"/>
                </a:xfrm>
                <a:prstGeom prst="bentConnector2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1270" name="그룹 1269">
                  <a:extLst>
                    <a:ext uri="{FF2B5EF4-FFF2-40B4-BE49-F238E27FC236}">
                      <a16:creationId xmlns:a16="http://schemas.microsoft.com/office/drawing/2014/main" id="{D92C7AF4-488E-8346-E2ED-85C11278E69C}"/>
                    </a:ext>
                  </a:extLst>
                </p:cNvPr>
                <p:cNvGrpSpPr/>
                <p:nvPr/>
              </p:nvGrpSpPr>
              <p:grpSpPr>
                <a:xfrm rot="5400000">
                  <a:off x="1211641" y="2829602"/>
                  <a:ext cx="169544" cy="50683"/>
                  <a:chOff x="2691558" y="2190986"/>
                  <a:chExt cx="169544" cy="50683"/>
                </a:xfrm>
              </p:grpSpPr>
              <p:sp>
                <p:nvSpPr>
                  <p:cNvPr id="1271" name="타원 1270">
                    <a:extLst>
                      <a:ext uri="{FF2B5EF4-FFF2-40B4-BE49-F238E27FC236}">
                        <a16:creationId xmlns:a16="http://schemas.microsoft.com/office/drawing/2014/main" id="{369D0312-141C-7B08-EEF1-2B53548CBCB2}"/>
                      </a:ext>
                    </a:extLst>
                  </p:cNvPr>
                  <p:cNvSpPr/>
                  <p:nvPr/>
                </p:nvSpPr>
                <p:spPr>
                  <a:xfrm>
                    <a:off x="2691558" y="2190986"/>
                    <a:ext cx="45719" cy="45719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272" name="타원 1271">
                    <a:extLst>
                      <a:ext uri="{FF2B5EF4-FFF2-40B4-BE49-F238E27FC236}">
                        <a16:creationId xmlns:a16="http://schemas.microsoft.com/office/drawing/2014/main" id="{8D6AB875-3F5C-CDE5-388C-6521F6706E89}"/>
                      </a:ext>
                    </a:extLst>
                  </p:cNvPr>
                  <p:cNvSpPr/>
                  <p:nvPr/>
                </p:nvSpPr>
                <p:spPr>
                  <a:xfrm>
                    <a:off x="2815383" y="2190986"/>
                    <a:ext cx="45719" cy="45719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273" name="직선 연결선 1272">
                    <a:extLst>
                      <a:ext uri="{FF2B5EF4-FFF2-40B4-BE49-F238E27FC236}">
                        <a16:creationId xmlns:a16="http://schemas.microsoft.com/office/drawing/2014/main" id="{F1A134EF-3E33-B484-2F0D-A683E1EF48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694298" y="2241669"/>
                    <a:ext cx="166804" cy="0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sp>
            <p:nvSpPr>
              <p:cNvPr id="1237" name="TextBox 1236">
                <a:extLst>
                  <a:ext uri="{FF2B5EF4-FFF2-40B4-BE49-F238E27FC236}">
                    <a16:creationId xmlns:a16="http://schemas.microsoft.com/office/drawing/2014/main" id="{2680B58F-99BB-9C69-45D9-4625C6055DC1}"/>
                  </a:ext>
                </a:extLst>
              </p:cNvPr>
              <p:cNvSpPr txBox="1"/>
              <p:nvPr/>
            </p:nvSpPr>
            <p:spPr>
              <a:xfrm>
                <a:off x="1600774" y="3160140"/>
                <a:ext cx="338059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AC 220V</a:t>
                </a:r>
              </a:p>
            </p:txBody>
          </p:sp>
        </p:grpSp>
      </p:grpSp>
      <p:grpSp>
        <p:nvGrpSpPr>
          <p:cNvPr id="1445" name="그룹 1444">
            <a:extLst>
              <a:ext uri="{FF2B5EF4-FFF2-40B4-BE49-F238E27FC236}">
                <a16:creationId xmlns:a16="http://schemas.microsoft.com/office/drawing/2014/main" id="{119198D7-7B1A-AAD2-199F-34D43311C8D8}"/>
              </a:ext>
            </a:extLst>
          </p:cNvPr>
          <p:cNvGrpSpPr/>
          <p:nvPr/>
        </p:nvGrpSpPr>
        <p:grpSpPr>
          <a:xfrm>
            <a:off x="7818983" y="4836831"/>
            <a:ext cx="3972027" cy="1656845"/>
            <a:chOff x="7857264" y="3742073"/>
            <a:chExt cx="3068372" cy="1279905"/>
          </a:xfrm>
        </p:grpSpPr>
        <p:grpSp>
          <p:nvGrpSpPr>
            <p:cNvPr id="1408" name="그룹 1407">
              <a:extLst>
                <a:ext uri="{FF2B5EF4-FFF2-40B4-BE49-F238E27FC236}">
                  <a16:creationId xmlns:a16="http://schemas.microsoft.com/office/drawing/2014/main" id="{FFCA06B6-E8CC-64A3-330D-1A1618D28ABE}"/>
                </a:ext>
              </a:extLst>
            </p:cNvPr>
            <p:cNvGrpSpPr/>
            <p:nvPr/>
          </p:nvGrpSpPr>
          <p:grpSpPr>
            <a:xfrm>
              <a:off x="7857264" y="3810567"/>
              <a:ext cx="681320" cy="1112214"/>
              <a:chOff x="237089" y="3697875"/>
              <a:chExt cx="681320" cy="1112214"/>
            </a:xfrm>
          </p:grpSpPr>
          <p:sp>
            <p:nvSpPr>
              <p:cNvPr id="1447" name="TextBox 1446">
                <a:extLst>
                  <a:ext uri="{FF2B5EF4-FFF2-40B4-BE49-F238E27FC236}">
                    <a16:creationId xmlns:a16="http://schemas.microsoft.com/office/drawing/2014/main" id="{07C92A1C-4A3B-775D-1256-2EA22C217089}"/>
                  </a:ext>
                </a:extLst>
              </p:cNvPr>
              <p:cNvSpPr txBox="1"/>
              <p:nvPr/>
            </p:nvSpPr>
            <p:spPr>
              <a:xfrm>
                <a:off x="237089" y="4150068"/>
                <a:ext cx="681320" cy="285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FR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(</a:t>
                </a:r>
                <a:r>
                  <a:rPr kumimoji="0" lang="ko-KR" alt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플리커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 릴레이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)</a:t>
                </a:r>
                <a:endPara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280" name="TextBox 1279">
                <a:extLst>
                  <a:ext uri="{FF2B5EF4-FFF2-40B4-BE49-F238E27FC236}">
                    <a16:creationId xmlns:a16="http://schemas.microsoft.com/office/drawing/2014/main" id="{9CEEE236-D4EF-F95E-1CFE-DF100586CB03}"/>
                  </a:ext>
                </a:extLst>
              </p:cNvPr>
              <p:cNvSpPr txBox="1"/>
              <p:nvPr/>
            </p:nvSpPr>
            <p:spPr>
              <a:xfrm>
                <a:off x="267032" y="4703099"/>
                <a:ext cx="15355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전원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281" name="TextBox 1280">
                <a:extLst>
                  <a:ext uri="{FF2B5EF4-FFF2-40B4-BE49-F238E27FC236}">
                    <a16:creationId xmlns:a16="http://schemas.microsoft.com/office/drawing/2014/main" id="{02FFECF2-B6C6-9741-94FA-B2042D78D31D}"/>
                  </a:ext>
                </a:extLst>
              </p:cNvPr>
              <p:cNvSpPr txBox="1"/>
              <p:nvPr/>
            </p:nvSpPr>
            <p:spPr>
              <a:xfrm>
                <a:off x="737073" y="4703099"/>
                <a:ext cx="15355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전원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282" name="TextBox 1281">
                <a:extLst>
                  <a:ext uri="{FF2B5EF4-FFF2-40B4-BE49-F238E27FC236}">
                    <a16:creationId xmlns:a16="http://schemas.microsoft.com/office/drawing/2014/main" id="{652B3D56-7CCF-358C-C12E-6387B4710395}"/>
                  </a:ext>
                </a:extLst>
              </p:cNvPr>
              <p:cNvSpPr txBox="1"/>
              <p:nvPr/>
            </p:nvSpPr>
            <p:spPr>
              <a:xfrm>
                <a:off x="476960" y="4703099"/>
                <a:ext cx="4705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c</a:t>
                </a:r>
              </a:p>
            </p:txBody>
          </p:sp>
          <p:grpSp>
            <p:nvGrpSpPr>
              <p:cNvPr id="1283" name="그룹 1282">
                <a:extLst>
                  <a:ext uri="{FF2B5EF4-FFF2-40B4-BE49-F238E27FC236}">
                    <a16:creationId xmlns:a16="http://schemas.microsoft.com/office/drawing/2014/main" id="{9EA77769-F92B-FC96-B6EE-814D0140E15D}"/>
                  </a:ext>
                </a:extLst>
              </p:cNvPr>
              <p:cNvGrpSpPr/>
              <p:nvPr/>
            </p:nvGrpSpPr>
            <p:grpSpPr>
              <a:xfrm>
                <a:off x="261836" y="3898237"/>
                <a:ext cx="628650" cy="785812"/>
                <a:chOff x="3206750" y="1576969"/>
                <a:chExt cx="628650" cy="785812"/>
              </a:xfrm>
            </p:grpSpPr>
            <p:grpSp>
              <p:nvGrpSpPr>
                <p:cNvPr id="1287" name="그룹 1286">
                  <a:extLst>
                    <a:ext uri="{FF2B5EF4-FFF2-40B4-BE49-F238E27FC236}">
                      <a16:creationId xmlns:a16="http://schemas.microsoft.com/office/drawing/2014/main" id="{3F63363F-AAF1-A978-3DD2-F5EBE35CDF3E}"/>
                    </a:ext>
                  </a:extLst>
                </p:cNvPr>
                <p:cNvGrpSpPr/>
                <p:nvPr/>
              </p:nvGrpSpPr>
              <p:grpSpPr>
                <a:xfrm>
                  <a:off x="3206750" y="1576969"/>
                  <a:ext cx="628650" cy="785812"/>
                  <a:chOff x="4130675" y="1252538"/>
                  <a:chExt cx="628650" cy="785812"/>
                </a:xfrm>
              </p:grpSpPr>
              <p:grpSp>
                <p:nvGrpSpPr>
                  <p:cNvPr id="1296" name="그룹 1295">
                    <a:extLst>
                      <a:ext uri="{FF2B5EF4-FFF2-40B4-BE49-F238E27FC236}">
                        <a16:creationId xmlns:a16="http://schemas.microsoft.com/office/drawing/2014/main" id="{06BE4E54-61E5-86CB-5EFD-399CCF8AA14D}"/>
                      </a:ext>
                    </a:extLst>
                  </p:cNvPr>
                  <p:cNvGrpSpPr/>
                  <p:nvPr/>
                </p:nvGrpSpPr>
                <p:grpSpPr>
                  <a:xfrm>
                    <a:off x="4157663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F9DB901D-3A77-269F-0F57-DC5246752A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330" name="더하기 기호 1329">
                      <a:extLst>
                        <a:ext uri="{FF2B5EF4-FFF2-40B4-BE49-F238E27FC236}">
                          <a16:creationId xmlns:a16="http://schemas.microsoft.com/office/drawing/2014/main" id="{8C72F43B-92CE-46D9-C84B-A47D20E5E1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297" name="그룹 1296">
                    <a:extLst>
                      <a:ext uri="{FF2B5EF4-FFF2-40B4-BE49-F238E27FC236}">
                        <a16:creationId xmlns:a16="http://schemas.microsoft.com/office/drawing/2014/main" id="{1FB93AE1-52E6-BCA1-D112-972CFEB3F4EC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1252538"/>
                    <a:ext cx="628650" cy="134936"/>
                    <a:chOff x="3502025" y="1252538"/>
                    <a:chExt cx="628650" cy="134936"/>
                  </a:xfrm>
                </p:grpSpPr>
                <p:sp>
                  <p:nvSpPr>
                    <p:cNvPr id="1325" name="직사각형 1324">
                      <a:extLst>
                        <a:ext uri="{FF2B5EF4-FFF2-40B4-BE49-F238E27FC236}">
                          <a16:creationId xmlns:a16="http://schemas.microsoft.com/office/drawing/2014/main" id="{F847DF3A-F9B8-E309-31D5-F576BFEC72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2025" y="1252538"/>
                      <a:ext cx="628650" cy="134936"/>
                    </a:xfrm>
                    <a:prstGeom prst="rect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326" name="직선 연결선 1325">
                      <a:extLst>
                        <a:ext uri="{FF2B5EF4-FFF2-40B4-BE49-F238E27FC236}">
                          <a16:creationId xmlns:a16="http://schemas.microsoft.com/office/drawing/2014/main" id="{AFE04675-66D6-6FA8-A983-F04877ACC0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659188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327" name="직선 연결선 1326">
                      <a:extLst>
                        <a:ext uri="{FF2B5EF4-FFF2-40B4-BE49-F238E27FC236}">
                          <a16:creationId xmlns:a16="http://schemas.microsoft.com/office/drawing/2014/main" id="{66A2F7AA-BCD3-ADE3-E7BC-9EBB44F53F2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16351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328" name="직선 연결선 1327">
                      <a:extLst>
                        <a:ext uri="{FF2B5EF4-FFF2-40B4-BE49-F238E27FC236}">
                          <a16:creationId xmlns:a16="http://schemas.microsoft.com/office/drawing/2014/main" id="{08565BD4-24A9-B70D-5122-607123B6913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73514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sp>
                <p:nvSpPr>
                  <p:cNvPr id="1298" name="직사각형 1297">
                    <a:extLst>
                      <a:ext uri="{FF2B5EF4-FFF2-40B4-BE49-F238E27FC236}">
                        <a16:creationId xmlns:a16="http://schemas.microsoft.com/office/drawing/2014/main" id="{EAF1D03E-EC3D-FD7B-6B9C-95EE3EF6F110}"/>
                      </a:ext>
                    </a:extLst>
                  </p:cNvPr>
                  <p:cNvSpPr/>
                  <p:nvPr/>
                </p:nvSpPr>
                <p:spPr>
                  <a:xfrm>
                    <a:off x="4130675" y="1387474"/>
                    <a:ext cx="628650" cy="515940"/>
                  </a:xfrm>
                  <a:prstGeom prst="rect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grpSp>
                <p:nvGrpSpPr>
                  <p:cNvPr id="1299" name="그룹 1298">
                    <a:extLst>
                      <a:ext uri="{FF2B5EF4-FFF2-40B4-BE49-F238E27FC236}">
                        <a16:creationId xmlns:a16="http://schemas.microsoft.com/office/drawing/2014/main" id="{806EC981-CF5B-505D-E4A4-17CC63B62B23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1903414"/>
                    <a:ext cx="628650" cy="134936"/>
                    <a:chOff x="3502025" y="1252538"/>
                    <a:chExt cx="628650" cy="134936"/>
                  </a:xfrm>
                </p:grpSpPr>
                <p:sp>
                  <p:nvSpPr>
                    <p:cNvPr id="1321" name="직사각형 1320">
                      <a:extLst>
                        <a:ext uri="{FF2B5EF4-FFF2-40B4-BE49-F238E27FC236}">
                          <a16:creationId xmlns:a16="http://schemas.microsoft.com/office/drawing/2014/main" id="{CF4A9E70-4A32-4EC5-96A0-3C53AB8D5C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2025" y="1252538"/>
                      <a:ext cx="628650" cy="134936"/>
                    </a:xfrm>
                    <a:prstGeom prst="rect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322" name="직선 연결선 1321">
                      <a:extLst>
                        <a:ext uri="{FF2B5EF4-FFF2-40B4-BE49-F238E27FC236}">
                          <a16:creationId xmlns:a16="http://schemas.microsoft.com/office/drawing/2014/main" id="{057BE33B-5802-EB5E-73C7-1E5C7AC7F0D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659188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323" name="직선 연결선 1322">
                      <a:extLst>
                        <a:ext uri="{FF2B5EF4-FFF2-40B4-BE49-F238E27FC236}">
                          <a16:creationId xmlns:a16="http://schemas.microsoft.com/office/drawing/2014/main" id="{88BFED0D-609E-0426-651C-806A9AA94DD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16351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324" name="직선 연결선 1323">
                      <a:extLst>
                        <a:ext uri="{FF2B5EF4-FFF2-40B4-BE49-F238E27FC236}">
                          <a16:creationId xmlns:a16="http://schemas.microsoft.com/office/drawing/2014/main" id="{E36AC325-603D-CCDA-1147-CA244BAC1EF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73514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300" name="그룹 1299">
                    <a:extLst>
                      <a:ext uri="{FF2B5EF4-FFF2-40B4-BE49-F238E27FC236}">
                        <a16:creationId xmlns:a16="http://schemas.microsoft.com/office/drawing/2014/main" id="{CEE9A6E6-ECD2-67B6-A7AC-4D66A4253549}"/>
                      </a:ext>
                    </a:extLst>
                  </p:cNvPr>
                  <p:cNvGrpSpPr/>
                  <p:nvPr/>
                </p:nvGrpSpPr>
                <p:grpSpPr>
                  <a:xfrm>
                    <a:off x="4316413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319" name="타원 1318">
                      <a:extLst>
                        <a:ext uri="{FF2B5EF4-FFF2-40B4-BE49-F238E27FC236}">
                          <a16:creationId xmlns:a16="http://schemas.microsoft.com/office/drawing/2014/main" id="{A58AB6D4-604B-5C86-57F2-EDEAFF8F51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320" name="더하기 기호 1319">
                      <a:extLst>
                        <a:ext uri="{FF2B5EF4-FFF2-40B4-BE49-F238E27FC236}">
                          <a16:creationId xmlns:a16="http://schemas.microsoft.com/office/drawing/2014/main" id="{D0289E12-C0A1-FD92-C6A8-3CDE2D32C8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01" name="그룹 1300">
                    <a:extLst>
                      <a:ext uri="{FF2B5EF4-FFF2-40B4-BE49-F238E27FC236}">
                        <a16:creationId xmlns:a16="http://schemas.microsoft.com/office/drawing/2014/main" id="{229E5D09-C5EF-1502-CCC5-60E4312D371A}"/>
                      </a:ext>
                    </a:extLst>
                  </p:cNvPr>
                  <p:cNvGrpSpPr/>
                  <p:nvPr/>
                </p:nvGrpSpPr>
                <p:grpSpPr>
                  <a:xfrm>
                    <a:off x="4471988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317" name="타원 1316">
                      <a:extLst>
                        <a:ext uri="{FF2B5EF4-FFF2-40B4-BE49-F238E27FC236}">
                          <a16:creationId xmlns:a16="http://schemas.microsoft.com/office/drawing/2014/main" id="{02763DBF-9541-0519-027B-3F7413F341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318" name="더하기 기호 1317">
                      <a:extLst>
                        <a:ext uri="{FF2B5EF4-FFF2-40B4-BE49-F238E27FC236}">
                          <a16:creationId xmlns:a16="http://schemas.microsoft.com/office/drawing/2014/main" id="{08512437-621D-9E8F-4D54-53D6BDBD76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02" name="그룹 1301">
                    <a:extLst>
                      <a:ext uri="{FF2B5EF4-FFF2-40B4-BE49-F238E27FC236}">
                        <a16:creationId xmlns:a16="http://schemas.microsoft.com/office/drawing/2014/main" id="{E870419F-5AC1-108E-6D53-2BE22D4B58F4}"/>
                      </a:ext>
                    </a:extLst>
                  </p:cNvPr>
                  <p:cNvGrpSpPr/>
                  <p:nvPr/>
                </p:nvGrpSpPr>
                <p:grpSpPr>
                  <a:xfrm>
                    <a:off x="4630738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315" name="타원 1314">
                      <a:extLst>
                        <a:ext uri="{FF2B5EF4-FFF2-40B4-BE49-F238E27FC236}">
                          <a16:creationId xmlns:a16="http://schemas.microsoft.com/office/drawing/2014/main" id="{4F022C3C-C49E-71D1-DB4E-EAAF6D2997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316" name="더하기 기호 1315">
                      <a:extLst>
                        <a:ext uri="{FF2B5EF4-FFF2-40B4-BE49-F238E27FC236}">
                          <a16:creationId xmlns:a16="http://schemas.microsoft.com/office/drawing/2014/main" id="{3543870A-ADF2-45E0-00F8-F959958D92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03" name="그룹 1302">
                    <a:extLst>
                      <a:ext uri="{FF2B5EF4-FFF2-40B4-BE49-F238E27FC236}">
                        <a16:creationId xmlns:a16="http://schemas.microsoft.com/office/drawing/2014/main" id="{CB413B27-156D-5D19-FC01-0C862511A9F4}"/>
                      </a:ext>
                    </a:extLst>
                  </p:cNvPr>
                  <p:cNvGrpSpPr/>
                  <p:nvPr/>
                </p:nvGrpSpPr>
                <p:grpSpPr>
                  <a:xfrm>
                    <a:off x="4157663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313" name="타원 1312">
                      <a:extLst>
                        <a:ext uri="{FF2B5EF4-FFF2-40B4-BE49-F238E27FC236}">
                          <a16:creationId xmlns:a16="http://schemas.microsoft.com/office/drawing/2014/main" id="{F61128AA-DA42-8B67-2661-6518F8CDD6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314" name="더하기 기호 1313">
                      <a:extLst>
                        <a:ext uri="{FF2B5EF4-FFF2-40B4-BE49-F238E27FC236}">
                          <a16:creationId xmlns:a16="http://schemas.microsoft.com/office/drawing/2014/main" id="{648DA1F7-1554-F00E-64A0-ED81F3A7C1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04" name="그룹 1303">
                    <a:extLst>
                      <a:ext uri="{FF2B5EF4-FFF2-40B4-BE49-F238E27FC236}">
                        <a16:creationId xmlns:a16="http://schemas.microsoft.com/office/drawing/2014/main" id="{4672A6F6-C516-CC57-A32B-E238E2646D96}"/>
                      </a:ext>
                    </a:extLst>
                  </p:cNvPr>
                  <p:cNvGrpSpPr/>
                  <p:nvPr/>
                </p:nvGrpSpPr>
                <p:grpSpPr>
                  <a:xfrm>
                    <a:off x="4316413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311" name="타원 1310">
                      <a:extLst>
                        <a:ext uri="{FF2B5EF4-FFF2-40B4-BE49-F238E27FC236}">
                          <a16:creationId xmlns:a16="http://schemas.microsoft.com/office/drawing/2014/main" id="{9C1B6DDB-5DCD-D07C-6F06-F11F6DE9F1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312" name="더하기 기호 1311">
                      <a:extLst>
                        <a:ext uri="{FF2B5EF4-FFF2-40B4-BE49-F238E27FC236}">
                          <a16:creationId xmlns:a16="http://schemas.microsoft.com/office/drawing/2014/main" id="{E845CCAB-0392-BF9D-89EE-6440E08D25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05" name="그룹 1304">
                    <a:extLst>
                      <a:ext uri="{FF2B5EF4-FFF2-40B4-BE49-F238E27FC236}">
                        <a16:creationId xmlns:a16="http://schemas.microsoft.com/office/drawing/2014/main" id="{309B44C7-F093-5B5F-BBAD-317865E3FAC4}"/>
                      </a:ext>
                    </a:extLst>
                  </p:cNvPr>
                  <p:cNvGrpSpPr/>
                  <p:nvPr/>
                </p:nvGrpSpPr>
                <p:grpSpPr>
                  <a:xfrm>
                    <a:off x="4471988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309" name="타원 1308">
                      <a:extLst>
                        <a:ext uri="{FF2B5EF4-FFF2-40B4-BE49-F238E27FC236}">
                          <a16:creationId xmlns:a16="http://schemas.microsoft.com/office/drawing/2014/main" id="{D1D94599-3570-5ABA-7143-16927666E2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310" name="더하기 기호 1309">
                      <a:extLst>
                        <a:ext uri="{FF2B5EF4-FFF2-40B4-BE49-F238E27FC236}">
                          <a16:creationId xmlns:a16="http://schemas.microsoft.com/office/drawing/2014/main" id="{9FDF3757-9468-C05D-7620-AB1F83788B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06" name="그룹 1305">
                    <a:extLst>
                      <a:ext uri="{FF2B5EF4-FFF2-40B4-BE49-F238E27FC236}">
                        <a16:creationId xmlns:a16="http://schemas.microsoft.com/office/drawing/2014/main" id="{A0778E13-2187-1B20-A9D8-D1B8DA3835B0}"/>
                      </a:ext>
                    </a:extLst>
                  </p:cNvPr>
                  <p:cNvGrpSpPr/>
                  <p:nvPr/>
                </p:nvGrpSpPr>
                <p:grpSpPr>
                  <a:xfrm>
                    <a:off x="4630738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307" name="타원 1306">
                      <a:extLst>
                        <a:ext uri="{FF2B5EF4-FFF2-40B4-BE49-F238E27FC236}">
                          <a16:creationId xmlns:a16="http://schemas.microsoft.com/office/drawing/2014/main" id="{224F175E-D099-9686-AA5A-D117E1AC36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308" name="더하기 기호 1307">
                      <a:extLst>
                        <a:ext uri="{FF2B5EF4-FFF2-40B4-BE49-F238E27FC236}">
                          <a16:creationId xmlns:a16="http://schemas.microsoft.com/office/drawing/2014/main" id="{81DB9978-40B3-2830-B352-D3E2CC508F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288" name="TextBox 1287">
                  <a:extLst>
                    <a:ext uri="{FF2B5EF4-FFF2-40B4-BE49-F238E27FC236}">
                      <a16:creationId xmlns:a16="http://schemas.microsoft.com/office/drawing/2014/main" id="{6692D9EE-D9DD-911A-626C-B823A233A880}"/>
                    </a:ext>
                  </a:extLst>
                </p:cNvPr>
                <p:cNvSpPr txBox="1"/>
                <p:nvPr/>
              </p:nvSpPr>
              <p:spPr>
                <a:xfrm>
                  <a:off x="3263954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7</a:t>
                  </a:r>
                </a:p>
              </p:txBody>
            </p:sp>
            <p:sp>
              <p:nvSpPr>
                <p:cNvPr id="1289" name="TextBox 1288">
                  <a:extLst>
                    <a:ext uri="{FF2B5EF4-FFF2-40B4-BE49-F238E27FC236}">
                      <a16:creationId xmlns:a16="http://schemas.microsoft.com/office/drawing/2014/main" id="{4B436B08-E5AB-095F-9F42-42FF74274411}"/>
                    </a:ext>
                  </a:extLst>
                </p:cNvPr>
                <p:cNvSpPr txBox="1"/>
                <p:nvPr/>
              </p:nvSpPr>
              <p:spPr>
                <a:xfrm>
                  <a:off x="3733994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290" name="TextBox 1289">
                  <a:extLst>
                    <a:ext uri="{FF2B5EF4-FFF2-40B4-BE49-F238E27FC236}">
                      <a16:creationId xmlns:a16="http://schemas.microsoft.com/office/drawing/2014/main" id="{3D41096B-B77F-49E7-13B7-FC479B169CBD}"/>
                    </a:ext>
                  </a:extLst>
                </p:cNvPr>
                <p:cNvSpPr txBox="1"/>
                <p:nvPr/>
              </p:nvSpPr>
              <p:spPr>
                <a:xfrm>
                  <a:off x="3420635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8</a:t>
                  </a:r>
                </a:p>
              </p:txBody>
            </p:sp>
            <p:sp>
              <p:nvSpPr>
                <p:cNvPr id="1291" name="TextBox 1290">
                  <a:extLst>
                    <a:ext uri="{FF2B5EF4-FFF2-40B4-BE49-F238E27FC236}">
                      <a16:creationId xmlns:a16="http://schemas.microsoft.com/office/drawing/2014/main" id="{9306A1D3-D52B-4DF2-73B7-CF417C7EE1C6}"/>
                    </a:ext>
                  </a:extLst>
                </p:cNvPr>
                <p:cNvSpPr txBox="1"/>
                <p:nvPr/>
              </p:nvSpPr>
              <p:spPr>
                <a:xfrm>
                  <a:off x="3577315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292" name="TextBox 1291">
                  <a:extLst>
                    <a:ext uri="{FF2B5EF4-FFF2-40B4-BE49-F238E27FC236}">
                      <a16:creationId xmlns:a16="http://schemas.microsoft.com/office/drawing/2014/main" id="{5FFF9643-5437-1F68-BD3D-13423DAB7F15}"/>
                    </a:ext>
                  </a:extLst>
                </p:cNvPr>
                <p:cNvSpPr txBox="1"/>
                <p:nvPr/>
              </p:nvSpPr>
              <p:spPr>
                <a:xfrm>
                  <a:off x="3263954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1293" name="TextBox 1292">
                  <a:extLst>
                    <a:ext uri="{FF2B5EF4-FFF2-40B4-BE49-F238E27FC236}">
                      <a16:creationId xmlns:a16="http://schemas.microsoft.com/office/drawing/2014/main" id="{369D612F-4244-E060-5C7C-4D450B4547FD}"/>
                    </a:ext>
                  </a:extLst>
                </p:cNvPr>
                <p:cNvSpPr txBox="1"/>
                <p:nvPr/>
              </p:nvSpPr>
              <p:spPr>
                <a:xfrm>
                  <a:off x="3733994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294" name="TextBox 1293">
                  <a:extLst>
                    <a:ext uri="{FF2B5EF4-FFF2-40B4-BE49-F238E27FC236}">
                      <a16:creationId xmlns:a16="http://schemas.microsoft.com/office/drawing/2014/main" id="{54860626-F3EA-699C-8000-C44723DCA2FB}"/>
                    </a:ext>
                  </a:extLst>
                </p:cNvPr>
                <p:cNvSpPr txBox="1"/>
                <p:nvPr/>
              </p:nvSpPr>
              <p:spPr>
                <a:xfrm>
                  <a:off x="3420635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1295" name="TextBox 1294">
                  <a:extLst>
                    <a:ext uri="{FF2B5EF4-FFF2-40B4-BE49-F238E27FC236}">
                      <a16:creationId xmlns:a16="http://schemas.microsoft.com/office/drawing/2014/main" id="{F5F26AE1-BE11-E3A4-9E69-195E8E0FFA25}"/>
                    </a:ext>
                  </a:extLst>
                </p:cNvPr>
                <p:cNvSpPr txBox="1"/>
                <p:nvPr/>
              </p:nvSpPr>
              <p:spPr>
                <a:xfrm>
                  <a:off x="3577315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4</a:t>
                  </a:r>
                </a:p>
              </p:txBody>
            </p:sp>
          </p:grpSp>
          <p:sp>
            <p:nvSpPr>
              <p:cNvPr id="1284" name="TextBox 1283">
                <a:extLst>
                  <a:ext uri="{FF2B5EF4-FFF2-40B4-BE49-F238E27FC236}">
                    <a16:creationId xmlns:a16="http://schemas.microsoft.com/office/drawing/2014/main" id="{C2E78BF8-4D78-B407-9AB8-0D40EE970835}"/>
                  </a:ext>
                </a:extLst>
              </p:cNvPr>
              <p:cNvSpPr txBox="1"/>
              <p:nvPr/>
            </p:nvSpPr>
            <p:spPr>
              <a:xfrm>
                <a:off x="319659" y="3807248"/>
                <a:ext cx="48295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1285" name="TextBox 1284">
                <a:extLst>
                  <a:ext uri="{FF2B5EF4-FFF2-40B4-BE49-F238E27FC236}">
                    <a16:creationId xmlns:a16="http://schemas.microsoft.com/office/drawing/2014/main" id="{0B8A4DB4-B9EF-7A89-7B93-9C4D9597A14A}"/>
                  </a:ext>
                </a:extLst>
              </p:cNvPr>
              <p:cNvSpPr txBox="1"/>
              <p:nvPr/>
            </p:nvSpPr>
            <p:spPr>
              <a:xfrm>
                <a:off x="473245" y="3807248"/>
                <a:ext cx="5448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b</a:t>
                </a:r>
              </a:p>
            </p:txBody>
          </p:sp>
          <p:sp>
            <p:nvSpPr>
              <p:cNvPr id="1286" name="TextBox 1285">
                <a:extLst>
                  <a:ext uri="{FF2B5EF4-FFF2-40B4-BE49-F238E27FC236}">
                    <a16:creationId xmlns:a16="http://schemas.microsoft.com/office/drawing/2014/main" id="{0F383FB2-662E-7CF9-08D7-704E8816A3B2}"/>
                  </a:ext>
                </a:extLst>
              </p:cNvPr>
              <p:cNvSpPr txBox="1"/>
              <p:nvPr/>
            </p:nvSpPr>
            <p:spPr>
              <a:xfrm>
                <a:off x="246041" y="3697875"/>
                <a:ext cx="32567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한시 접점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</p:grpSp>
        <p:grpSp>
          <p:nvGrpSpPr>
            <p:cNvPr id="1331" name="그룹 1330">
              <a:extLst>
                <a:ext uri="{FF2B5EF4-FFF2-40B4-BE49-F238E27FC236}">
                  <a16:creationId xmlns:a16="http://schemas.microsoft.com/office/drawing/2014/main" id="{97855EF6-9E1C-5213-9F89-B096356E9489}"/>
                </a:ext>
              </a:extLst>
            </p:cNvPr>
            <p:cNvGrpSpPr/>
            <p:nvPr/>
          </p:nvGrpSpPr>
          <p:grpSpPr>
            <a:xfrm>
              <a:off x="8891124" y="4042393"/>
              <a:ext cx="951360" cy="773301"/>
              <a:chOff x="1472856" y="3987349"/>
              <a:chExt cx="951360" cy="773301"/>
            </a:xfrm>
          </p:grpSpPr>
          <p:grpSp>
            <p:nvGrpSpPr>
              <p:cNvPr id="1332" name="그룹 1331">
                <a:extLst>
                  <a:ext uri="{FF2B5EF4-FFF2-40B4-BE49-F238E27FC236}">
                    <a16:creationId xmlns:a16="http://schemas.microsoft.com/office/drawing/2014/main" id="{F7BAB34D-B8AC-56B6-FEBF-2C5B8460F431}"/>
                  </a:ext>
                </a:extLst>
              </p:cNvPr>
              <p:cNvGrpSpPr/>
              <p:nvPr/>
            </p:nvGrpSpPr>
            <p:grpSpPr>
              <a:xfrm>
                <a:off x="1472856" y="3987349"/>
                <a:ext cx="951360" cy="707234"/>
                <a:chOff x="1472856" y="3987349"/>
                <a:chExt cx="951360" cy="707234"/>
              </a:xfrm>
            </p:grpSpPr>
            <p:sp>
              <p:nvSpPr>
                <p:cNvPr id="1334" name="타원 1333">
                  <a:extLst>
                    <a:ext uri="{FF2B5EF4-FFF2-40B4-BE49-F238E27FC236}">
                      <a16:creationId xmlns:a16="http://schemas.microsoft.com/office/drawing/2014/main" id="{1C3684DB-B7AA-A31B-145F-BCA065685269}"/>
                    </a:ext>
                  </a:extLst>
                </p:cNvPr>
                <p:cNvSpPr/>
                <p:nvPr/>
              </p:nvSpPr>
              <p:spPr>
                <a:xfrm>
                  <a:off x="1496670" y="3987349"/>
                  <a:ext cx="597696" cy="5976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35" name="타원 1334">
                  <a:extLst>
                    <a:ext uri="{FF2B5EF4-FFF2-40B4-BE49-F238E27FC236}">
                      <a16:creationId xmlns:a16="http://schemas.microsoft.com/office/drawing/2014/main" id="{796B2C95-E828-1636-7697-C57192ED9F3C}"/>
                    </a:ext>
                  </a:extLst>
                </p:cNvPr>
                <p:cNvSpPr/>
                <p:nvPr/>
              </p:nvSpPr>
              <p:spPr>
                <a:xfrm rot="10800000" flipV="1">
                  <a:off x="1821998" y="4042162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5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36" name="타원 1335">
                  <a:extLst>
                    <a:ext uri="{FF2B5EF4-FFF2-40B4-BE49-F238E27FC236}">
                      <a16:creationId xmlns:a16="http://schemas.microsoft.com/office/drawing/2014/main" id="{DBA098FF-75FD-1EA1-9728-003841ED30F5}"/>
                    </a:ext>
                  </a:extLst>
                </p:cNvPr>
                <p:cNvSpPr/>
                <p:nvPr/>
              </p:nvSpPr>
              <p:spPr>
                <a:xfrm rot="10800000" flipV="1">
                  <a:off x="1672458" y="4042162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4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37" name="타원 1336">
                  <a:extLst>
                    <a:ext uri="{FF2B5EF4-FFF2-40B4-BE49-F238E27FC236}">
                      <a16:creationId xmlns:a16="http://schemas.microsoft.com/office/drawing/2014/main" id="{356F7C20-D2AB-30F0-08F0-37E31AAA8B98}"/>
                    </a:ext>
                  </a:extLst>
                </p:cNvPr>
                <p:cNvSpPr/>
                <p:nvPr/>
              </p:nvSpPr>
              <p:spPr>
                <a:xfrm rot="10800000" flipV="1">
                  <a:off x="1546200" y="4156462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3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38" name="타원 1337">
                  <a:extLst>
                    <a:ext uri="{FF2B5EF4-FFF2-40B4-BE49-F238E27FC236}">
                      <a16:creationId xmlns:a16="http://schemas.microsoft.com/office/drawing/2014/main" id="{66F0A5F8-2EE9-750C-F7BB-2ED392A9D2D0}"/>
                    </a:ext>
                  </a:extLst>
                </p:cNvPr>
                <p:cNvSpPr/>
                <p:nvPr/>
              </p:nvSpPr>
              <p:spPr>
                <a:xfrm rot="10800000" flipV="1">
                  <a:off x="1546200" y="4315255"/>
                  <a:ext cx="86204" cy="86204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2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39" name="타원 1338">
                  <a:extLst>
                    <a:ext uri="{FF2B5EF4-FFF2-40B4-BE49-F238E27FC236}">
                      <a16:creationId xmlns:a16="http://schemas.microsoft.com/office/drawing/2014/main" id="{8CDD4B84-D5E7-64FB-971F-D1446A9BED65}"/>
                    </a:ext>
                  </a:extLst>
                </p:cNvPr>
                <p:cNvSpPr/>
                <p:nvPr/>
              </p:nvSpPr>
              <p:spPr>
                <a:xfrm rot="10800000" flipV="1">
                  <a:off x="1672458" y="4444593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1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40" name="타원 1339">
                  <a:extLst>
                    <a:ext uri="{FF2B5EF4-FFF2-40B4-BE49-F238E27FC236}">
                      <a16:creationId xmlns:a16="http://schemas.microsoft.com/office/drawing/2014/main" id="{C8F31823-9589-E3ED-B828-6DF654B3E85A}"/>
                    </a:ext>
                  </a:extLst>
                </p:cNvPr>
                <p:cNvSpPr/>
                <p:nvPr/>
              </p:nvSpPr>
              <p:spPr>
                <a:xfrm rot="10800000" flipV="1">
                  <a:off x="1965059" y="4156462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6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41" name="타원 1340">
                  <a:extLst>
                    <a:ext uri="{FF2B5EF4-FFF2-40B4-BE49-F238E27FC236}">
                      <a16:creationId xmlns:a16="http://schemas.microsoft.com/office/drawing/2014/main" id="{419932E6-7390-CB3C-4FE1-5392AF9FEC49}"/>
                    </a:ext>
                  </a:extLst>
                </p:cNvPr>
                <p:cNvSpPr/>
                <p:nvPr/>
              </p:nvSpPr>
              <p:spPr>
                <a:xfrm rot="10800000" flipV="1">
                  <a:off x="1965059" y="4315255"/>
                  <a:ext cx="86204" cy="86204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7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42" name="타원 1341">
                  <a:extLst>
                    <a:ext uri="{FF2B5EF4-FFF2-40B4-BE49-F238E27FC236}">
                      <a16:creationId xmlns:a16="http://schemas.microsoft.com/office/drawing/2014/main" id="{7016C637-2595-9016-52BF-C256997DB0E2}"/>
                    </a:ext>
                  </a:extLst>
                </p:cNvPr>
                <p:cNvSpPr/>
                <p:nvPr/>
              </p:nvSpPr>
              <p:spPr>
                <a:xfrm rot="10800000" flipV="1">
                  <a:off x="1821998" y="4444593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8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grpSp>
              <p:nvGrpSpPr>
                <p:cNvPr id="1343" name="그룹 1342">
                  <a:extLst>
                    <a:ext uri="{FF2B5EF4-FFF2-40B4-BE49-F238E27FC236}">
                      <a16:creationId xmlns:a16="http://schemas.microsoft.com/office/drawing/2014/main" id="{B69E2357-9D7F-AAE6-F107-027597F47580}"/>
                    </a:ext>
                  </a:extLst>
                </p:cNvPr>
                <p:cNvGrpSpPr/>
                <p:nvPr/>
              </p:nvGrpSpPr>
              <p:grpSpPr>
                <a:xfrm>
                  <a:off x="1731032" y="4214805"/>
                  <a:ext cx="127354" cy="152033"/>
                  <a:chOff x="4286010" y="4299391"/>
                  <a:chExt cx="127354" cy="152033"/>
                </a:xfrm>
              </p:grpSpPr>
              <p:sp>
                <p:nvSpPr>
                  <p:cNvPr id="1366" name="타원 1365">
                    <a:extLst>
                      <a:ext uri="{FF2B5EF4-FFF2-40B4-BE49-F238E27FC236}">
                        <a16:creationId xmlns:a16="http://schemas.microsoft.com/office/drawing/2014/main" id="{ACEC5A8A-E90E-A174-B975-D2523A962C43}"/>
                      </a:ext>
                    </a:extLst>
                  </p:cNvPr>
                  <p:cNvSpPr/>
                  <p:nvPr/>
                </p:nvSpPr>
                <p:spPr>
                  <a:xfrm rot="10800000" flipV="1">
                    <a:off x="4286010" y="4299391"/>
                    <a:ext cx="127354" cy="127354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grpSp>
                <p:nvGrpSpPr>
                  <p:cNvPr id="1367" name="그룹 1366">
                    <a:extLst>
                      <a:ext uri="{FF2B5EF4-FFF2-40B4-BE49-F238E27FC236}">
                        <a16:creationId xmlns:a16="http://schemas.microsoft.com/office/drawing/2014/main" id="{621E0F75-7C70-35CD-0FCC-DFE8A808EE9B}"/>
                      </a:ext>
                    </a:extLst>
                  </p:cNvPr>
                  <p:cNvGrpSpPr/>
                  <p:nvPr/>
                </p:nvGrpSpPr>
                <p:grpSpPr>
                  <a:xfrm>
                    <a:off x="4319351" y="4340330"/>
                    <a:ext cx="55244" cy="111094"/>
                    <a:chOff x="4393640" y="2393296"/>
                    <a:chExt cx="64061" cy="128825"/>
                  </a:xfrm>
                  <a:solidFill>
                    <a:schemeClr val="bg1"/>
                  </a:solidFill>
                </p:grpSpPr>
                <p:sp>
                  <p:nvSpPr>
                    <p:cNvPr id="1368" name="타원 1367">
                      <a:extLst>
                        <a:ext uri="{FF2B5EF4-FFF2-40B4-BE49-F238E27FC236}">
                          <a16:creationId xmlns:a16="http://schemas.microsoft.com/office/drawing/2014/main" id="{E6686351-84A7-1FD1-94ED-7C57863C3668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361612" y="2434849"/>
                      <a:ext cx="128824" cy="45719"/>
                    </a:xfrm>
                    <a:prstGeom prst="ellipse">
                      <a:avLst/>
                    </a:prstGeom>
                    <a:grp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369" name="사각형: 둥근 모서리 1368">
                      <a:extLst>
                        <a:ext uri="{FF2B5EF4-FFF2-40B4-BE49-F238E27FC236}">
                          <a16:creationId xmlns:a16="http://schemas.microsoft.com/office/drawing/2014/main" id="{7FAE55CD-88B1-0F9E-ABDC-2B2A004EAF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93640" y="2393296"/>
                      <a:ext cx="64061" cy="83200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</p:grpSp>
            <p:cxnSp>
              <p:nvCxnSpPr>
                <p:cNvPr id="1344" name="직선 연결선 1343">
                  <a:extLst>
                    <a:ext uri="{FF2B5EF4-FFF2-40B4-BE49-F238E27FC236}">
                      <a16:creationId xmlns:a16="http://schemas.microsoft.com/office/drawing/2014/main" id="{432BC5D4-69EA-E38A-5F3B-92DB2DBD01C6}"/>
                    </a:ext>
                  </a:extLst>
                </p:cNvPr>
                <p:cNvCxnSpPr>
                  <a:cxnSpLocks/>
                  <a:endCxn id="1335" idx="2"/>
                </p:cNvCxnSpPr>
                <p:nvPr/>
              </p:nvCxnSpPr>
              <p:spPr>
                <a:xfrm flipH="1">
                  <a:off x="1908202" y="4085264"/>
                  <a:ext cx="248520" cy="0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345" name="타원 1344">
                  <a:extLst>
                    <a:ext uri="{FF2B5EF4-FFF2-40B4-BE49-F238E27FC236}">
                      <a16:creationId xmlns:a16="http://schemas.microsoft.com/office/drawing/2014/main" id="{3DA015EA-A610-526B-C46B-8E2927FDA66E}"/>
                    </a:ext>
                  </a:extLst>
                </p:cNvPr>
                <p:cNvSpPr/>
                <p:nvPr/>
              </p:nvSpPr>
              <p:spPr>
                <a:xfrm>
                  <a:off x="2133862" y="4062404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46" name="타원 1345">
                  <a:extLst>
                    <a:ext uri="{FF2B5EF4-FFF2-40B4-BE49-F238E27FC236}">
                      <a16:creationId xmlns:a16="http://schemas.microsoft.com/office/drawing/2014/main" id="{E2D1649D-8771-F50D-DC64-5E246591EEE6}"/>
                    </a:ext>
                  </a:extLst>
                </p:cNvPr>
                <p:cNvSpPr/>
                <p:nvPr/>
              </p:nvSpPr>
              <p:spPr>
                <a:xfrm>
                  <a:off x="2257687" y="4062404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347" name="직선 연결선 1346">
                  <a:extLst>
                    <a:ext uri="{FF2B5EF4-FFF2-40B4-BE49-F238E27FC236}">
                      <a16:creationId xmlns:a16="http://schemas.microsoft.com/office/drawing/2014/main" id="{EC51C520-0CC3-62E0-C070-2859DF10EE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36602" y="4113087"/>
                  <a:ext cx="166804" cy="0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348" name="타원 1347">
                  <a:extLst>
                    <a:ext uri="{FF2B5EF4-FFF2-40B4-BE49-F238E27FC236}">
                      <a16:creationId xmlns:a16="http://schemas.microsoft.com/office/drawing/2014/main" id="{C5205BB2-0226-9C49-B966-E87772164520}"/>
                    </a:ext>
                  </a:extLst>
                </p:cNvPr>
                <p:cNvSpPr/>
                <p:nvPr/>
              </p:nvSpPr>
              <p:spPr>
                <a:xfrm>
                  <a:off x="2133862" y="4271757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49" name="타원 1348">
                  <a:extLst>
                    <a:ext uri="{FF2B5EF4-FFF2-40B4-BE49-F238E27FC236}">
                      <a16:creationId xmlns:a16="http://schemas.microsoft.com/office/drawing/2014/main" id="{004EEAE5-4D54-7590-0417-ED7B2670DE05}"/>
                    </a:ext>
                  </a:extLst>
                </p:cNvPr>
                <p:cNvSpPr/>
                <p:nvPr/>
              </p:nvSpPr>
              <p:spPr>
                <a:xfrm>
                  <a:off x="2257687" y="4271757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350" name="직선 연결선 1349">
                  <a:extLst>
                    <a:ext uri="{FF2B5EF4-FFF2-40B4-BE49-F238E27FC236}">
                      <a16:creationId xmlns:a16="http://schemas.microsoft.com/office/drawing/2014/main" id="{9715A24A-C830-981C-ECC3-2CCB7C4B7E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36602" y="4248533"/>
                  <a:ext cx="166804" cy="0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51" name="연결선: 꺾임 1350">
                  <a:extLst>
                    <a:ext uri="{FF2B5EF4-FFF2-40B4-BE49-F238E27FC236}">
                      <a16:creationId xmlns:a16="http://schemas.microsoft.com/office/drawing/2014/main" id="{01760291-FB70-E3D7-4FF5-5FB0AADBCD7E}"/>
                    </a:ext>
                  </a:extLst>
                </p:cNvPr>
                <p:cNvCxnSpPr>
                  <a:cxnSpLocks/>
                  <a:stCxn id="1346" idx="6"/>
                  <a:endCxn id="1349" idx="6"/>
                </p:cNvCxnSpPr>
                <p:nvPr/>
              </p:nvCxnSpPr>
              <p:spPr>
                <a:xfrm>
                  <a:off x="2303406" y="4085264"/>
                  <a:ext cx="12700" cy="209353"/>
                </a:xfrm>
                <a:prstGeom prst="bentConnector3">
                  <a:avLst>
                    <a:gd name="adj1" fmla="val 262496"/>
                  </a:avLst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352" name="타원 1351">
                  <a:extLst>
                    <a:ext uri="{FF2B5EF4-FFF2-40B4-BE49-F238E27FC236}">
                      <a16:creationId xmlns:a16="http://schemas.microsoft.com/office/drawing/2014/main" id="{3068526F-4A1D-4B73-FFA1-AA47B70E936F}"/>
                    </a:ext>
                  </a:extLst>
                </p:cNvPr>
                <p:cNvSpPr/>
                <p:nvPr/>
              </p:nvSpPr>
              <p:spPr>
                <a:xfrm>
                  <a:off x="2316106" y="4116703"/>
                  <a:ext cx="45719" cy="45719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53" name="자유형: 도형 1352">
                  <a:extLst>
                    <a:ext uri="{FF2B5EF4-FFF2-40B4-BE49-F238E27FC236}">
                      <a16:creationId xmlns:a16="http://schemas.microsoft.com/office/drawing/2014/main" id="{90C27F29-A3DD-671A-7F5C-A4A33B8C619D}"/>
                    </a:ext>
                  </a:extLst>
                </p:cNvPr>
                <p:cNvSpPr/>
                <p:nvPr/>
              </p:nvSpPr>
              <p:spPr>
                <a:xfrm>
                  <a:off x="1902722" y="4137370"/>
                  <a:ext cx="521494" cy="352425"/>
                </a:xfrm>
                <a:custGeom>
                  <a:avLst/>
                  <a:gdLst>
                    <a:gd name="csX0" fmla="*/ 459581 w 521494"/>
                    <a:gd name="csY0" fmla="*/ 0 h 352425"/>
                    <a:gd name="csX1" fmla="*/ 521494 w 521494"/>
                    <a:gd name="csY1" fmla="*/ 0 h 352425"/>
                    <a:gd name="csX2" fmla="*/ 521494 w 521494"/>
                    <a:gd name="csY2" fmla="*/ 352425 h 352425"/>
                    <a:gd name="csX3" fmla="*/ 0 w 521494"/>
                    <a:gd name="csY3" fmla="*/ 352425 h 3524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21494" h="352425">
                      <a:moveTo>
                        <a:pt x="459581" y="0"/>
                      </a:moveTo>
                      <a:lnTo>
                        <a:pt x="521494" y="0"/>
                      </a:lnTo>
                      <a:lnTo>
                        <a:pt x="521494" y="352425"/>
                      </a:lnTo>
                      <a:lnTo>
                        <a:pt x="0" y="35242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54" name="자유형: 도형 1353">
                  <a:extLst>
                    <a:ext uri="{FF2B5EF4-FFF2-40B4-BE49-F238E27FC236}">
                      <a16:creationId xmlns:a16="http://schemas.microsoft.com/office/drawing/2014/main" id="{A6896076-D65E-89CA-1D43-EC52064D20F4}"/>
                    </a:ext>
                  </a:extLst>
                </p:cNvPr>
                <p:cNvSpPr/>
                <p:nvPr/>
              </p:nvSpPr>
              <p:spPr>
                <a:xfrm>
                  <a:off x="2045597" y="4361208"/>
                  <a:ext cx="71437" cy="333375"/>
                </a:xfrm>
                <a:custGeom>
                  <a:avLst/>
                  <a:gdLst>
                    <a:gd name="csX0" fmla="*/ 0 w 71437"/>
                    <a:gd name="csY0" fmla="*/ 0 h 333375"/>
                    <a:gd name="csX1" fmla="*/ 71437 w 71437"/>
                    <a:gd name="csY1" fmla="*/ 71437 h 333375"/>
                    <a:gd name="csX2" fmla="*/ 71437 w 71437"/>
                    <a:gd name="csY2" fmla="*/ 333375 h 3333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1437" h="333375">
                      <a:moveTo>
                        <a:pt x="0" y="0"/>
                      </a:moveTo>
                      <a:lnTo>
                        <a:pt x="71437" y="71437"/>
                      </a:lnTo>
                      <a:lnTo>
                        <a:pt x="71437" y="33337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55" name="자유형: 도형 1354">
                  <a:extLst>
                    <a:ext uri="{FF2B5EF4-FFF2-40B4-BE49-F238E27FC236}">
                      <a16:creationId xmlns:a16="http://schemas.microsoft.com/office/drawing/2014/main" id="{4ACFF9C5-BBB9-CF69-8DBB-A92A25BF76EE}"/>
                    </a:ext>
                  </a:extLst>
                </p:cNvPr>
                <p:cNvSpPr/>
                <p:nvPr/>
              </p:nvSpPr>
              <p:spPr>
                <a:xfrm flipH="1">
                  <a:off x="1472856" y="4361208"/>
                  <a:ext cx="71437" cy="333375"/>
                </a:xfrm>
                <a:custGeom>
                  <a:avLst/>
                  <a:gdLst>
                    <a:gd name="csX0" fmla="*/ 0 w 71437"/>
                    <a:gd name="csY0" fmla="*/ 0 h 333375"/>
                    <a:gd name="csX1" fmla="*/ 71437 w 71437"/>
                    <a:gd name="csY1" fmla="*/ 71437 h 333375"/>
                    <a:gd name="csX2" fmla="*/ 71437 w 71437"/>
                    <a:gd name="csY2" fmla="*/ 333375 h 3333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1437" h="333375">
                      <a:moveTo>
                        <a:pt x="0" y="0"/>
                      </a:moveTo>
                      <a:lnTo>
                        <a:pt x="71437" y="71437"/>
                      </a:lnTo>
                      <a:lnTo>
                        <a:pt x="71437" y="33337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56" name="TextBox 1355">
                  <a:extLst>
                    <a:ext uri="{FF2B5EF4-FFF2-40B4-BE49-F238E27FC236}">
                      <a16:creationId xmlns:a16="http://schemas.microsoft.com/office/drawing/2014/main" id="{BC2FD3B3-4878-F0FE-5357-A107780BFA8C}"/>
                    </a:ext>
                  </a:extLst>
                </p:cNvPr>
                <p:cNvSpPr txBox="1"/>
                <p:nvPr/>
              </p:nvSpPr>
              <p:spPr>
                <a:xfrm>
                  <a:off x="1840668" y="4131810"/>
                  <a:ext cx="54486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ED7D31"/>
                      </a:solidFill>
                      <a:effectLst/>
                      <a:uLnTx/>
                      <a:uFillTx/>
                      <a:latin typeface="현대산스 Text Bold" panose="020B0600000101010101" pitchFamily="34" charset="-127"/>
                      <a:ea typeface="현대산스 Text Bold" panose="020B0600000101010101" pitchFamily="34" charset="-127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1357" name="TextBox 1356">
                  <a:extLst>
                    <a:ext uri="{FF2B5EF4-FFF2-40B4-BE49-F238E27FC236}">
                      <a16:creationId xmlns:a16="http://schemas.microsoft.com/office/drawing/2014/main" id="{42582768-8DE0-C202-D37F-140602AAF745}"/>
                    </a:ext>
                  </a:extLst>
                </p:cNvPr>
                <p:cNvSpPr txBox="1"/>
                <p:nvPr/>
              </p:nvSpPr>
              <p:spPr>
                <a:xfrm>
                  <a:off x="1921675" y="4200347"/>
                  <a:ext cx="48295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현대산스 Text Bold" panose="020B0600000101010101" pitchFamily="34" charset="-127"/>
                      <a:ea typeface="현대산스 Text Bold" panose="020B0600000101010101" pitchFamily="34" charset="-127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1358" name="TextBox 1357">
                  <a:extLst>
                    <a:ext uri="{FF2B5EF4-FFF2-40B4-BE49-F238E27FC236}">
                      <a16:creationId xmlns:a16="http://schemas.microsoft.com/office/drawing/2014/main" id="{13931B1E-EB76-D0E9-FF5E-2B06D7365DDE}"/>
                    </a:ext>
                  </a:extLst>
                </p:cNvPr>
                <p:cNvSpPr txBox="1"/>
                <p:nvPr/>
              </p:nvSpPr>
              <p:spPr>
                <a:xfrm>
                  <a:off x="1839620" y="4368842"/>
                  <a:ext cx="47056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50"/>
                      </a:solidFill>
                      <a:effectLst/>
                      <a:uLnTx/>
                      <a:uFillTx/>
                      <a:latin typeface="현대산스 Text Bold" panose="020B0600000101010101" pitchFamily="34" charset="-127"/>
                      <a:ea typeface="현대산스 Text Bold" panose="020B0600000101010101" pitchFamily="34" charset="-127"/>
                      <a:cs typeface="+mn-cs"/>
                    </a:rPr>
                    <a:t>c</a:t>
                  </a:r>
                </a:p>
              </p:txBody>
            </p:sp>
            <p:cxnSp>
              <p:nvCxnSpPr>
                <p:cNvPr id="1359" name="연결선: 꺾임 1358">
                  <a:extLst>
                    <a:ext uri="{FF2B5EF4-FFF2-40B4-BE49-F238E27FC236}">
                      <a16:creationId xmlns:a16="http://schemas.microsoft.com/office/drawing/2014/main" id="{54373F92-F58B-0B0B-3BA3-CF7AFE8877AB}"/>
                    </a:ext>
                  </a:extLst>
                </p:cNvPr>
                <p:cNvCxnSpPr>
                  <a:cxnSpLocks/>
                  <a:stCxn id="1340" idx="4"/>
                  <a:endCxn id="1348" idx="2"/>
                </p:cNvCxnSpPr>
                <p:nvPr/>
              </p:nvCxnSpPr>
              <p:spPr>
                <a:xfrm rot="16200000" flipH="1">
                  <a:off x="2045036" y="4205790"/>
                  <a:ext cx="51951" cy="125701"/>
                </a:xfrm>
                <a:prstGeom prst="bentConnector2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1360" name="그룹 1359">
                  <a:extLst>
                    <a:ext uri="{FF2B5EF4-FFF2-40B4-BE49-F238E27FC236}">
                      <a16:creationId xmlns:a16="http://schemas.microsoft.com/office/drawing/2014/main" id="{3D2DBEC3-3299-831B-7C34-08C23FC45382}"/>
                    </a:ext>
                  </a:extLst>
                </p:cNvPr>
                <p:cNvGrpSpPr/>
                <p:nvPr/>
              </p:nvGrpSpPr>
              <p:grpSpPr>
                <a:xfrm>
                  <a:off x="2193155" y="4196948"/>
                  <a:ext cx="53034" cy="96019"/>
                  <a:chOff x="3581401" y="4016274"/>
                  <a:chExt cx="53034" cy="96019"/>
                </a:xfrm>
              </p:grpSpPr>
              <p:sp>
                <p:nvSpPr>
                  <p:cNvPr id="1364" name="이등변 삼각형 1363">
                    <a:extLst>
                      <a:ext uri="{FF2B5EF4-FFF2-40B4-BE49-F238E27FC236}">
                        <a16:creationId xmlns:a16="http://schemas.microsoft.com/office/drawing/2014/main" id="{B46D1107-B527-3751-BA2F-CBC75B2DC882}"/>
                      </a:ext>
                    </a:extLst>
                  </p:cNvPr>
                  <p:cNvSpPr/>
                  <p:nvPr/>
                </p:nvSpPr>
                <p:spPr>
                  <a:xfrm>
                    <a:off x="3581401" y="4016274"/>
                    <a:ext cx="53034" cy="45719"/>
                  </a:xfrm>
                  <a:prstGeom prst="triangle">
                    <a:avLst/>
                  </a:prstGeom>
                  <a:solidFill>
                    <a:schemeClr val="tx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365" name="이등변 삼각형 1364">
                    <a:extLst>
                      <a:ext uri="{FF2B5EF4-FFF2-40B4-BE49-F238E27FC236}">
                        <a16:creationId xmlns:a16="http://schemas.microsoft.com/office/drawing/2014/main" id="{AA97E68A-A79A-3C68-E4A8-FB4F8E88B602}"/>
                      </a:ext>
                    </a:extLst>
                  </p:cNvPr>
                  <p:cNvSpPr/>
                  <p:nvPr/>
                </p:nvSpPr>
                <p:spPr>
                  <a:xfrm flipV="1">
                    <a:off x="3581401" y="4066574"/>
                    <a:ext cx="53034" cy="45719"/>
                  </a:xfrm>
                  <a:prstGeom prst="triangle">
                    <a:avLst/>
                  </a:prstGeom>
                  <a:solidFill>
                    <a:schemeClr val="tx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1361" name="그룹 1360">
                  <a:extLst>
                    <a:ext uri="{FF2B5EF4-FFF2-40B4-BE49-F238E27FC236}">
                      <a16:creationId xmlns:a16="http://schemas.microsoft.com/office/drawing/2014/main" id="{F4770B41-1CE9-A501-7CE1-55519CFD0605}"/>
                    </a:ext>
                  </a:extLst>
                </p:cNvPr>
                <p:cNvGrpSpPr/>
                <p:nvPr/>
              </p:nvGrpSpPr>
              <p:grpSpPr>
                <a:xfrm>
                  <a:off x="2193155" y="4067167"/>
                  <a:ext cx="53034" cy="96019"/>
                  <a:chOff x="3581401" y="4016274"/>
                  <a:chExt cx="53034" cy="96019"/>
                </a:xfrm>
              </p:grpSpPr>
              <p:sp>
                <p:nvSpPr>
                  <p:cNvPr id="1362" name="이등변 삼각형 1361">
                    <a:extLst>
                      <a:ext uri="{FF2B5EF4-FFF2-40B4-BE49-F238E27FC236}">
                        <a16:creationId xmlns:a16="http://schemas.microsoft.com/office/drawing/2014/main" id="{F57DA20A-9E45-C654-3D8A-F178051DFB65}"/>
                      </a:ext>
                    </a:extLst>
                  </p:cNvPr>
                  <p:cNvSpPr/>
                  <p:nvPr/>
                </p:nvSpPr>
                <p:spPr>
                  <a:xfrm>
                    <a:off x="3581401" y="4016274"/>
                    <a:ext cx="53034" cy="45719"/>
                  </a:xfrm>
                  <a:prstGeom prst="triangle">
                    <a:avLst/>
                  </a:prstGeom>
                  <a:solidFill>
                    <a:schemeClr val="tx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363" name="이등변 삼각형 1362">
                    <a:extLst>
                      <a:ext uri="{FF2B5EF4-FFF2-40B4-BE49-F238E27FC236}">
                        <a16:creationId xmlns:a16="http://schemas.microsoft.com/office/drawing/2014/main" id="{41E1767A-4DF2-D2DE-6F61-C501087A1EF9}"/>
                      </a:ext>
                    </a:extLst>
                  </p:cNvPr>
                  <p:cNvSpPr/>
                  <p:nvPr/>
                </p:nvSpPr>
                <p:spPr>
                  <a:xfrm flipV="1">
                    <a:off x="3581401" y="4066574"/>
                    <a:ext cx="53034" cy="45719"/>
                  </a:xfrm>
                  <a:prstGeom prst="triangle">
                    <a:avLst/>
                  </a:prstGeom>
                  <a:solidFill>
                    <a:schemeClr val="tx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</p:grpSp>
          <p:sp>
            <p:nvSpPr>
              <p:cNvPr id="1333" name="TextBox 1332">
                <a:extLst>
                  <a:ext uri="{FF2B5EF4-FFF2-40B4-BE49-F238E27FC236}">
                    <a16:creationId xmlns:a16="http://schemas.microsoft.com/office/drawing/2014/main" id="{E4AE3472-C857-0BD9-4E6D-0100214BE361}"/>
                  </a:ext>
                </a:extLst>
              </p:cNvPr>
              <p:cNvSpPr txBox="1"/>
              <p:nvPr/>
            </p:nvSpPr>
            <p:spPr>
              <a:xfrm>
                <a:off x="1600774" y="4653660"/>
                <a:ext cx="338059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AC 220V</a:t>
                </a:r>
              </a:p>
            </p:txBody>
          </p:sp>
        </p:grpSp>
        <p:grpSp>
          <p:nvGrpSpPr>
            <p:cNvPr id="1370" name="그룹 1369">
              <a:extLst>
                <a:ext uri="{FF2B5EF4-FFF2-40B4-BE49-F238E27FC236}">
                  <a16:creationId xmlns:a16="http://schemas.microsoft.com/office/drawing/2014/main" id="{DAF753B5-B0E8-A564-93CC-A1DCAFD8ECDB}"/>
                </a:ext>
              </a:extLst>
            </p:cNvPr>
            <p:cNvGrpSpPr/>
            <p:nvPr/>
          </p:nvGrpSpPr>
          <p:grpSpPr>
            <a:xfrm>
              <a:off x="10185067" y="3742073"/>
              <a:ext cx="740569" cy="1279905"/>
              <a:chOff x="2607990" y="3714955"/>
              <a:chExt cx="740569" cy="1279905"/>
            </a:xfrm>
          </p:grpSpPr>
          <p:grpSp>
            <p:nvGrpSpPr>
              <p:cNvPr id="1371" name="그룹 1370">
                <a:extLst>
                  <a:ext uri="{FF2B5EF4-FFF2-40B4-BE49-F238E27FC236}">
                    <a16:creationId xmlns:a16="http://schemas.microsoft.com/office/drawing/2014/main" id="{44BDB801-DC74-5481-FB92-1D76C9DC97D3}"/>
                  </a:ext>
                </a:extLst>
              </p:cNvPr>
              <p:cNvGrpSpPr/>
              <p:nvPr/>
            </p:nvGrpSpPr>
            <p:grpSpPr>
              <a:xfrm>
                <a:off x="2607990" y="3714955"/>
                <a:ext cx="740569" cy="1225178"/>
                <a:chOff x="5464840" y="1393687"/>
                <a:chExt cx="740569" cy="1225178"/>
              </a:xfrm>
            </p:grpSpPr>
            <p:sp>
              <p:nvSpPr>
                <p:cNvPr id="1376" name="TextBox 1375">
                  <a:extLst>
                    <a:ext uri="{FF2B5EF4-FFF2-40B4-BE49-F238E27FC236}">
                      <a16:creationId xmlns:a16="http://schemas.microsoft.com/office/drawing/2014/main" id="{378CCB90-E2CF-0EE8-9F49-74C916C04BB3}"/>
                    </a:ext>
                  </a:extLst>
                </p:cNvPr>
                <p:cNvSpPr txBox="1"/>
                <p:nvPr/>
              </p:nvSpPr>
              <p:spPr>
                <a:xfrm>
                  <a:off x="5571939" y="1393687"/>
                  <a:ext cx="47056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1377" name="TextBox 1376">
                  <a:extLst>
                    <a:ext uri="{FF2B5EF4-FFF2-40B4-BE49-F238E27FC236}">
                      <a16:creationId xmlns:a16="http://schemas.microsoft.com/office/drawing/2014/main" id="{8A657930-BFF2-73AD-96F8-1A72204C2278}"/>
                    </a:ext>
                  </a:extLst>
                </p:cNvPr>
                <p:cNvSpPr txBox="1"/>
                <p:nvPr/>
              </p:nvSpPr>
              <p:spPr>
                <a:xfrm>
                  <a:off x="5726144" y="1393687"/>
                  <a:ext cx="52009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1378" name="TextBox 1377">
                  <a:extLst>
                    <a:ext uri="{FF2B5EF4-FFF2-40B4-BE49-F238E27FC236}">
                      <a16:creationId xmlns:a16="http://schemas.microsoft.com/office/drawing/2014/main" id="{D47D626F-A34E-DD3C-9AD1-BBBBACCCE0CD}"/>
                    </a:ext>
                  </a:extLst>
                </p:cNvPr>
                <p:cNvSpPr txBox="1"/>
                <p:nvPr/>
              </p:nvSpPr>
              <p:spPr>
                <a:xfrm>
                  <a:off x="5729240" y="2458816"/>
                  <a:ext cx="45818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1379" name="TextBox 1378">
                  <a:extLst>
                    <a:ext uri="{FF2B5EF4-FFF2-40B4-BE49-F238E27FC236}">
                      <a16:creationId xmlns:a16="http://schemas.microsoft.com/office/drawing/2014/main" id="{7942F7ED-939E-3173-F819-F9C53ADCF31F}"/>
                    </a:ext>
                  </a:extLst>
                </p:cNvPr>
                <p:cNvSpPr txBox="1"/>
                <p:nvPr/>
              </p:nvSpPr>
              <p:spPr>
                <a:xfrm>
                  <a:off x="5908802" y="2458816"/>
                  <a:ext cx="50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endParaRPr>
                </a:p>
              </p:txBody>
            </p:sp>
            <p:grpSp>
              <p:nvGrpSpPr>
                <p:cNvPr id="1380" name="그룹 1379">
                  <a:extLst>
                    <a:ext uri="{FF2B5EF4-FFF2-40B4-BE49-F238E27FC236}">
                      <a16:creationId xmlns:a16="http://schemas.microsoft.com/office/drawing/2014/main" id="{3724C093-3725-9265-693B-6DD3DC9C3426}"/>
                    </a:ext>
                  </a:extLst>
                </p:cNvPr>
                <p:cNvGrpSpPr/>
                <p:nvPr/>
              </p:nvGrpSpPr>
              <p:grpSpPr>
                <a:xfrm>
                  <a:off x="5571223" y="1689965"/>
                  <a:ext cx="524687" cy="541387"/>
                  <a:chOff x="5026046" y="1697619"/>
                  <a:chExt cx="524687" cy="541387"/>
                </a:xfrm>
              </p:grpSpPr>
              <p:grpSp>
                <p:nvGrpSpPr>
                  <p:cNvPr id="1429" name="그룹 1428">
                    <a:extLst>
                      <a:ext uri="{FF2B5EF4-FFF2-40B4-BE49-F238E27FC236}">
                        <a16:creationId xmlns:a16="http://schemas.microsoft.com/office/drawing/2014/main" id="{DDC940F0-7180-676C-3DDB-78E9F7FF229A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026046" y="2047406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442" name="타원 1441">
                      <a:extLst>
                        <a:ext uri="{FF2B5EF4-FFF2-40B4-BE49-F238E27FC236}">
                          <a16:creationId xmlns:a16="http://schemas.microsoft.com/office/drawing/2014/main" id="{0397792D-E453-BD13-AA4C-F30656E31C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446" name="직선 연결선 1445">
                      <a:extLst>
                        <a:ext uri="{FF2B5EF4-FFF2-40B4-BE49-F238E27FC236}">
                          <a16:creationId xmlns:a16="http://schemas.microsoft.com/office/drawing/2014/main" id="{E9E189F7-7342-946B-9842-220D4D099E6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430" name="그룹 1429">
                    <a:extLst>
                      <a:ext uri="{FF2B5EF4-FFF2-40B4-BE49-F238E27FC236}">
                        <a16:creationId xmlns:a16="http://schemas.microsoft.com/office/drawing/2014/main" id="{B91F8620-3703-5D0E-1B12-574FF7C0A6AF}"/>
                      </a:ext>
                    </a:extLst>
                  </p:cNvPr>
                  <p:cNvGrpSpPr/>
                  <p:nvPr/>
                </p:nvGrpSpPr>
                <p:grpSpPr>
                  <a:xfrm>
                    <a:off x="5026046" y="1697619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440" name="타원 1439">
                      <a:extLst>
                        <a:ext uri="{FF2B5EF4-FFF2-40B4-BE49-F238E27FC236}">
                          <a16:creationId xmlns:a16="http://schemas.microsoft.com/office/drawing/2014/main" id="{D49980D5-F7BE-9929-8778-5ED90B14B3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441" name="직선 연결선 1440">
                      <a:extLst>
                        <a:ext uri="{FF2B5EF4-FFF2-40B4-BE49-F238E27FC236}">
                          <a16:creationId xmlns:a16="http://schemas.microsoft.com/office/drawing/2014/main" id="{22A07560-09C4-A403-3634-1E454A973DB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431" name="그룹 1430">
                    <a:extLst>
                      <a:ext uri="{FF2B5EF4-FFF2-40B4-BE49-F238E27FC236}">
                        <a16:creationId xmlns:a16="http://schemas.microsoft.com/office/drawing/2014/main" id="{E55B24AD-79D9-F35B-DD67-C7B198D41972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188280" y="2047406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438" name="타원 1437">
                      <a:extLst>
                        <a:ext uri="{FF2B5EF4-FFF2-40B4-BE49-F238E27FC236}">
                          <a16:creationId xmlns:a16="http://schemas.microsoft.com/office/drawing/2014/main" id="{03C00921-026F-2262-FE34-D2E15FB713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439" name="직선 연결선 1438">
                      <a:extLst>
                        <a:ext uri="{FF2B5EF4-FFF2-40B4-BE49-F238E27FC236}">
                          <a16:creationId xmlns:a16="http://schemas.microsoft.com/office/drawing/2014/main" id="{34040C56-6BEE-6DAB-C5C5-216ADDD994F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432" name="그룹 1431">
                    <a:extLst>
                      <a:ext uri="{FF2B5EF4-FFF2-40B4-BE49-F238E27FC236}">
                        <a16:creationId xmlns:a16="http://schemas.microsoft.com/office/drawing/2014/main" id="{5F4410B0-BF27-57E8-A954-E74F99CF69EC}"/>
                      </a:ext>
                    </a:extLst>
                  </p:cNvPr>
                  <p:cNvGrpSpPr/>
                  <p:nvPr/>
                </p:nvGrpSpPr>
                <p:grpSpPr>
                  <a:xfrm>
                    <a:off x="5188280" y="1697619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436" name="타원 1435">
                      <a:extLst>
                        <a:ext uri="{FF2B5EF4-FFF2-40B4-BE49-F238E27FC236}">
                          <a16:creationId xmlns:a16="http://schemas.microsoft.com/office/drawing/2014/main" id="{2149C4AB-7F2D-47F4-BF96-4314BCD831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437" name="직선 연결선 1436">
                      <a:extLst>
                        <a:ext uri="{FF2B5EF4-FFF2-40B4-BE49-F238E27FC236}">
                          <a16:creationId xmlns:a16="http://schemas.microsoft.com/office/drawing/2014/main" id="{92B490F5-3B31-294E-8FA6-20F9CAF8C89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433" name="그룹 1432">
                    <a:extLst>
                      <a:ext uri="{FF2B5EF4-FFF2-40B4-BE49-F238E27FC236}">
                        <a16:creationId xmlns:a16="http://schemas.microsoft.com/office/drawing/2014/main" id="{5C250050-FC59-03E4-49DC-6785A7FF9A04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505014" y="2047406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434" name="타원 1433">
                      <a:extLst>
                        <a:ext uri="{FF2B5EF4-FFF2-40B4-BE49-F238E27FC236}">
                          <a16:creationId xmlns:a16="http://schemas.microsoft.com/office/drawing/2014/main" id="{D11BBDB4-39C6-86EB-5BA3-5445D5DF95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435" name="직선 연결선 1434">
                      <a:extLst>
                        <a:ext uri="{FF2B5EF4-FFF2-40B4-BE49-F238E27FC236}">
                          <a16:creationId xmlns:a16="http://schemas.microsoft.com/office/drawing/2014/main" id="{47C80B4F-1085-2081-34F8-A2C00FA0762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</p:grpSp>
            <p:cxnSp>
              <p:nvCxnSpPr>
                <p:cNvPr id="1381" name="직선 연결선 1380">
                  <a:extLst>
                    <a:ext uri="{FF2B5EF4-FFF2-40B4-BE49-F238E27FC236}">
                      <a16:creationId xmlns:a16="http://schemas.microsoft.com/office/drawing/2014/main" id="{CDF00BB0-BEF5-BCB4-671F-577C518757C0}"/>
                    </a:ext>
                  </a:extLst>
                </p:cNvPr>
                <p:cNvCxnSpPr>
                  <a:cxnSpLocks/>
                  <a:stCxn id="1436" idx="2"/>
                  <a:endCxn id="1438" idx="4"/>
                </p:cNvCxnSpPr>
                <p:nvPr/>
              </p:nvCxnSpPr>
              <p:spPr>
                <a:xfrm>
                  <a:off x="5733457" y="1858706"/>
                  <a:ext cx="22860" cy="181046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1382" name="그룹 1381">
                  <a:extLst>
                    <a:ext uri="{FF2B5EF4-FFF2-40B4-BE49-F238E27FC236}">
                      <a16:creationId xmlns:a16="http://schemas.microsoft.com/office/drawing/2014/main" id="{85F97F75-3EC9-1CDE-C281-44D10B0CEB72}"/>
                    </a:ext>
                  </a:extLst>
                </p:cNvPr>
                <p:cNvGrpSpPr/>
                <p:nvPr/>
              </p:nvGrpSpPr>
              <p:grpSpPr>
                <a:xfrm>
                  <a:off x="5464840" y="1475812"/>
                  <a:ext cx="740569" cy="1143053"/>
                  <a:chOff x="4919663" y="1483466"/>
                  <a:chExt cx="740569" cy="1143053"/>
                </a:xfrm>
              </p:grpSpPr>
              <p:grpSp>
                <p:nvGrpSpPr>
                  <p:cNvPr id="1383" name="그룹 1382">
                    <a:extLst>
                      <a:ext uri="{FF2B5EF4-FFF2-40B4-BE49-F238E27FC236}">
                        <a16:creationId xmlns:a16="http://schemas.microsoft.com/office/drawing/2014/main" id="{618FE0C1-FF20-6560-3020-5B1EF25EE404}"/>
                      </a:ext>
                    </a:extLst>
                  </p:cNvPr>
                  <p:cNvGrpSpPr/>
                  <p:nvPr/>
                </p:nvGrpSpPr>
                <p:grpSpPr>
                  <a:xfrm>
                    <a:off x="4968875" y="1483466"/>
                    <a:ext cx="628650" cy="1005355"/>
                    <a:chOff x="3206750" y="1483466"/>
                    <a:chExt cx="628650" cy="1005355"/>
                  </a:xfrm>
                </p:grpSpPr>
                <p:grpSp>
                  <p:nvGrpSpPr>
                    <p:cNvPr id="1386" name="그룹 1385">
                      <a:extLst>
                        <a:ext uri="{FF2B5EF4-FFF2-40B4-BE49-F238E27FC236}">
                          <a16:creationId xmlns:a16="http://schemas.microsoft.com/office/drawing/2014/main" id="{9A495964-297C-5213-131A-1A265A76FC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06750" y="1576969"/>
                      <a:ext cx="628650" cy="785812"/>
                      <a:chOff x="4130675" y="1252538"/>
                      <a:chExt cx="628650" cy="785812"/>
                    </a:xfrm>
                  </p:grpSpPr>
                  <p:grpSp>
                    <p:nvGrpSpPr>
                      <p:cNvPr id="1393" name="그룹 1392">
                        <a:extLst>
                          <a:ext uri="{FF2B5EF4-FFF2-40B4-BE49-F238E27FC236}">
                            <a16:creationId xmlns:a16="http://schemas.microsoft.com/office/drawing/2014/main" id="{BB8E5724-1405-B5DA-02FC-EF6C08376B8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57663" y="1270001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427" name="타원 1426">
                          <a:extLst>
                            <a:ext uri="{FF2B5EF4-FFF2-40B4-BE49-F238E27FC236}">
                              <a16:creationId xmlns:a16="http://schemas.microsoft.com/office/drawing/2014/main" id="{8BED25DC-D7E6-C66B-731C-C932A0BCBB6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428" name="더하기 기호 1427">
                          <a:extLst>
                            <a:ext uri="{FF2B5EF4-FFF2-40B4-BE49-F238E27FC236}">
                              <a16:creationId xmlns:a16="http://schemas.microsoft.com/office/drawing/2014/main" id="{4376274D-B9FF-F689-F06B-BAA21AD0696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394" name="그룹 1393">
                        <a:extLst>
                          <a:ext uri="{FF2B5EF4-FFF2-40B4-BE49-F238E27FC236}">
                            <a16:creationId xmlns:a16="http://schemas.microsoft.com/office/drawing/2014/main" id="{8A8CD310-5829-93FF-587A-93B4859E13A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30675" y="1252538"/>
                        <a:ext cx="628650" cy="134936"/>
                        <a:chOff x="3502025" y="1252538"/>
                        <a:chExt cx="628650" cy="134936"/>
                      </a:xfrm>
                    </p:grpSpPr>
                    <p:sp>
                      <p:nvSpPr>
                        <p:cNvPr id="1423" name="직사각형 1422">
                          <a:extLst>
                            <a:ext uri="{FF2B5EF4-FFF2-40B4-BE49-F238E27FC236}">
                              <a16:creationId xmlns:a16="http://schemas.microsoft.com/office/drawing/2014/main" id="{2E57CE38-D95F-3272-48D9-6AE46E4FA1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502025" y="1252538"/>
                          <a:ext cx="628650" cy="134936"/>
                        </a:xfrm>
                        <a:prstGeom prst="rect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1424" name="직선 연결선 1423">
                          <a:extLst>
                            <a:ext uri="{FF2B5EF4-FFF2-40B4-BE49-F238E27FC236}">
                              <a16:creationId xmlns:a16="http://schemas.microsoft.com/office/drawing/2014/main" id="{B3DE7734-3B01-1116-5982-8CC3E8DD5FC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659188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  <p:cxnSp>
                      <p:nvCxnSpPr>
                        <p:cNvPr id="1425" name="직선 연결선 1424">
                          <a:extLst>
                            <a:ext uri="{FF2B5EF4-FFF2-40B4-BE49-F238E27FC236}">
                              <a16:creationId xmlns:a16="http://schemas.microsoft.com/office/drawing/2014/main" id="{CE3EE10B-7A31-0250-9AE0-C17969CCEAC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816351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  <p:cxnSp>
                      <p:nvCxnSpPr>
                        <p:cNvPr id="1426" name="직선 연결선 1425">
                          <a:extLst>
                            <a:ext uri="{FF2B5EF4-FFF2-40B4-BE49-F238E27FC236}">
                              <a16:creationId xmlns:a16="http://schemas.microsoft.com/office/drawing/2014/main" id="{26E9A7A5-9BC8-3D1B-23A4-BC2CE739107C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973514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</p:grpSp>
                  <p:sp>
                    <p:nvSpPr>
                      <p:cNvPr id="1395" name="직사각형 1394">
                        <a:extLst>
                          <a:ext uri="{FF2B5EF4-FFF2-40B4-BE49-F238E27FC236}">
                            <a16:creationId xmlns:a16="http://schemas.microsoft.com/office/drawing/2014/main" id="{C19B5441-8BE5-9E9D-AD73-5EE20946D5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30675" y="1387474"/>
                        <a:ext cx="628650" cy="515940"/>
                      </a:xfrm>
                      <a:prstGeom prst="rect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grpSp>
                    <p:nvGrpSpPr>
                      <p:cNvPr id="1396" name="그룹 1395">
                        <a:extLst>
                          <a:ext uri="{FF2B5EF4-FFF2-40B4-BE49-F238E27FC236}">
                            <a16:creationId xmlns:a16="http://schemas.microsoft.com/office/drawing/2014/main" id="{1507789A-5671-A919-CDAF-0E97A730C37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30675" y="1903414"/>
                        <a:ext cx="628650" cy="134936"/>
                        <a:chOff x="3502025" y="1252538"/>
                        <a:chExt cx="628650" cy="134936"/>
                      </a:xfrm>
                    </p:grpSpPr>
                    <p:sp>
                      <p:nvSpPr>
                        <p:cNvPr id="1419" name="직사각형 1418">
                          <a:extLst>
                            <a:ext uri="{FF2B5EF4-FFF2-40B4-BE49-F238E27FC236}">
                              <a16:creationId xmlns:a16="http://schemas.microsoft.com/office/drawing/2014/main" id="{FC9A1C7A-1797-2B56-290E-4CC2B36AED0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502025" y="1252538"/>
                          <a:ext cx="628650" cy="134936"/>
                        </a:xfrm>
                        <a:prstGeom prst="rect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1420" name="직선 연결선 1419">
                          <a:extLst>
                            <a:ext uri="{FF2B5EF4-FFF2-40B4-BE49-F238E27FC236}">
                              <a16:creationId xmlns:a16="http://schemas.microsoft.com/office/drawing/2014/main" id="{17DFCB60-CF8F-57C2-AC0C-405AA5DD99B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659188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  <p:cxnSp>
                      <p:nvCxnSpPr>
                        <p:cNvPr id="1421" name="직선 연결선 1420">
                          <a:extLst>
                            <a:ext uri="{FF2B5EF4-FFF2-40B4-BE49-F238E27FC236}">
                              <a16:creationId xmlns:a16="http://schemas.microsoft.com/office/drawing/2014/main" id="{D94BC860-B7D4-BE6D-A2D0-AB79103C1F4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816351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  <p:cxnSp>
                      <p:nvCxnSpPr>
                        <p:cNvPr id="1422" name="직선 연결선 1421">
                          <a:extLst>
                            <a:ext uri="{FF2B5EF4-FFF2-40B4-BE49-F238E27FC236}">
                              <a16:creationId xmlns:a16="http://schemas.microsoft.com/office/drawing/2014/main" id="{F46F9D30-DAEA-F35A-63EF-DB808509C6A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973514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</p:grpSp>
                  <p:grpSp>
                    <p:nvGrpSpPr>
                      <p:cNvPr id="1397" name="그룹 1396">
                        <a:extLst>
                          <a:ext uri="{FF2B5EF4-FFF2-40B4-BE49-F238E27FC236}">
                            <a16:creationId xmlns:a16="http://schemas.microsoft.com/office/drawing/2014/main" id="{27F8FBB6-6E2C-DD1F-34A9-3ECA16866C6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316413" y="1270001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417" name="타원 1416">
                          <a:extLst>
                            <a:ext uri="{FF2B5EF4-FFF2-40B4-BE49-F238E27FC236}">
                              <a16:creationId xmlns:a16="http://schemas.microsoft.com/office/drawing/2014/main" id="{94D69695-1D59-D0DC-6921-24117B675A2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418" name="더하기 기호 1417">
                          <a:extLst>
                            <a:ext uri="{FF2B5EF4-FFF2-40B4-BE49-F238E27FC236}">
                              <a16:creationId xmlns:a16="http://schemas.microsoft.com/office/drawing/2014/main" id="{833A3D0E-139F-533F-DA2C-57D80E364B0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398" name="그룹 1397">
                        <a:extLst>
                          <a:ext uri="{FF2B5EF4-FFF2-40B4-BE49-F238E27FC236}">
                            <a16:creationId xmlns:a16="http://schemas.microsoft.com/office/drawing/2014/main" id="{1EA39CE3-9576-D6B2-A9C2-E19A5F3BACC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471988" y="1270001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415" name="타원 1414">
                          <a:extLst>
                            <a:ext uri="{FF2B5EF4-FFF2-40B4-BE49-F238E27FC236}">
                              <a16:creationId xmlns:a16="http://schemas.microsoft.com/office/drawing/2014/main" id="{5A4FEE3D-0C5E-9D5F-4957-86972ECD548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416" name="더하기 기호 1415">
                          <a:extLst>
                            <a:ext uri="{FF2B5EF4-FFF2-40B4-BE49-F238E27FC236}">
                              <a16:creationId xmlns:a16="http://schemas.microsoft.com/office/drawing/2014/main" id="{6EC2D5AB-E64F-8881-A298-A0E1C9D8876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399" name="그룹 1398">
                        <a:extLst>
                          <a:ext uri="{FF2B5EF4-FFF2-40B4-BE49-F238E27FC236}">
                            <a16:creationId xmlns:a16="http://schemas.microsoft.com/office/drawing/2014/main" id="{BCB388A3-546E-3DEA-E282-301F77EAEC0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630738" y="1270001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413" name="타원 1412">
                          <a:extLst>
                            <a:ext uri="{FF2B5EF4-FFF2-40B4-BE49-F238E27FC236}">
                              <a16:creationId xmlns:a16="http://schemas.microsoft.com/office/drawing/2014/main" id="{5EE138E1-DE87-134F-954D-BCA915A123E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414" name="더하기 기호 1413">
                          <a:extLst>
                            <a:ext uri="{FF2B5EF4-FFF2-40B4-BE49-F238E27FC236}">
                              <a16:creationId xmlns:a16="http://schemas.microsoft.com/office/drawing/2014/main" id="{4D25A2AE-4A69-ABEE-BF13-2C837A8F96D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400" name="그룹 1399">
                        <a:extLst>
                          <a:ext uri="{FF2B5EF4-FFF2-40B4-BE49-F238E27FC236}">
                            <a16:creationId xmlns:a16="http://schemas.microsoft.com/office/drawing/2014/main" id="{973AA9CA-6252-484E-6362-B9EA6428FFA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57663" y="1919289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411" name="타원 1410">
                          <a:extLst>
                            <a:ext uri="{FF2B5EF4-FFF2-40B4-BE49-F238E27FC236}">
                              <a16:creationId xmlns:a16="http://schemas.microsoft.com/office/drawing/2014/main" id="{EAF46872-1C9B-C16C-76AA-3DBF4904D49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412" name="더하기 기호 1411">
                          <a:extLst>
                            <a:ext uri="{FF2B5EF4-FFF2-40B4-BE49-F238E27FC236}">
                              <a16:creationId xmlns:a16="http://schemas.microsoft.com/office/drawing/2014/main" id="{386221E1-645C-076A-667C-6FC0C35A1B1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401" name="그룹 1400">
                        <a:extLst>
                          <a:ext uri="{FF2B5EF4-FFF2-40B4-BE49-F238E27FC236}">
                            <a16:creationId xmlns:a16="http://schemas.microsoft.com/office/drawing/2014/main" id="{5B35104E-6E64-4ED5-20E1-FFCEB03B695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316413" y="1919289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409" name="타원 1408">
                          <a:extLst>
                            <a:ext uri="{FF2B5EF4-FFF2-40B4-BE49-F238E27FC236}">
                              <a16:creationId xmlns:a16="http://schemas.microsoft.com/office/drawing/2014/main" id="{1E552F4C-D485-93B2-F400-0A8AA11A486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410" name="더하기 기호 1409">
                          <a:extLst>
                            <a:ext uri="{FF2B5EF4-FFF2-40B4-BE49-F238E27FC236}">
                              <a16:creationId xmlns:a16="http://schemas.microsoft.com/office/drawing/2014/main" id="{20893CEB-C217-F0C9-40BE-F354850D5CD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402" name="그룹 1401">
                        <a:extLst>
                          <a:ext uri="{FF2B5EF4-FFF2-40B4-BE49-F238E27FC236}">
                            <a16:creationId xmlns:a16="http://schemas.microsoft.com/office/drawing/2014/main" id="{5CDC42D1-E2D5-28FD-CA09-6BD99C252DE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471988" y="1919289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406" name="타원 1405">
                          <a:extLst>
                            <a:ext uri="{FF2B5EF4-FFF2-40B4-BE49-F238E27FC236}">
                              <a16:creationId xmlns:a16="http://schemas.microsoft.com/office/drawing/2014/main" id="{975F9348-6C6A-B36C-FC99-7D577052724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407" name="더하기 기호 1406">
                          <a:extLst>
                            <a:ext uri="{FF2B5EF4-FFF2-40B4-BE49-F238E27FC236}">
                              <a16:creationId xmlns:a16="http://schemas.microsoft.com/office/drawing/2014/main" id="{34C74F93-1820-5B37-60B9-9CD8254737D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403" name="그룹 1402">
                        <a:extLst>
                          <a:ext uri="{FF2B5EF4-FFF2-40B4-BE49-F238E27FC236}">
                            <a16:creationId xmlns:a16="http://schemas.microsoft.com/office/drawing/2014/main" id="{0807FEDE-AD57-D2DB-EF36-BF6AE9D92F5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630738" y="1919289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404" name="타원 1403">
                          <a:extLst>
                            <a:ext uri="{FF2B5EF4-FFF2-40B4-BE49-F238E27FC236}">
                              <a16:creationId xmlns:a16="http://schemas.microsoft.com/office/drawing/2014/main" id="{AF5C64F6-79CE-923E-61C9-94AAFC02DA6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405" name="더하기 기호 1404">
                          <a:extLst>
                            <a:ext uri="{FF2B5EF4-FFF2-40B4-BE49-F238E27FC236}">
                              <a16:creationId xmlns:a16="http://schemas.microsoft.com/office/drawing/2014/main" id="{DA163A41-9654-FB0F-AB9F-4B880EDD8A7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1387" name="TextBox 1386">
                      <a:extLst>
                        <a:ext uri="{FF2B5EF4-FFF2-40B4-BE49-F238E27FC236}">
                          <a16:creationId xmlns:a16="http://schemas.microsoft.com/office/drawing/2014/main" id="{210F9109-8C86-27B0-A3AE-B68C45125F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63954" y="2381831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7</a:t>
                      </a:r>
                    </a:p>
                  </p:txBody>
                </p:sp>
                <p:sp>
                  <p:nvSpPr>
                    <p:cNvPr id="1388" name="TextBox 1387">
                      <a:extLst>
                        <a:ext uri="{FF2B5EF4-FFF2-40B4-BE49-F238E27FC236}">
                          <a16:creationId xmlns:a16="http://schemas.microsoft.com/office/drawing/2014/main" id="{140E89F6-1197-333E-FAD5-7F42E85A88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33994" y="2381831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2</a:t>
                      </a:r>
                    </a:p>
                  </p:txBody>
                </p:sp>
                <p:sp>
                  <p:nvSpPr>
                    <p:cNvPr id="1389" name="TextBox 1388">
                      <a:extLst>
                        <a:ext uri="{FF2B5EF4-FFF2-40B4-BE49-F238E27FC236}">
                          <a16:creationId xmlns:a16="http://schemas.microsoft.com/office/drawing/2014/main" id="{163360B5-8A2E-75C9-6254-5227CAF072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20635" y="2381831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8</a:t>
                      </a:r>
                    </a:p>
                  </p:txBody>
                </p:sp>
                <p:sp>
                  <p:nvSpPr>
                    <p:cNvPr id="1390" name="TextBox 1389">
                      <a:extLst>
                        <a:ext uri="{FF2B5EF4-FFF2-40B4-BE49-F238E27FC236}">
                          <a16:creationId xmlns:a16="http://schemas.microsoft.com/office/drawing/2014/main" id="{6055F35E-DEC3-AD6D-6B1E-1A48A5B3B18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02056" y="2381831"/>
                      <a:ext cx="50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endParaRPr>
                    </a:p>
                  </p:txBody>
                </p:sp>
                <p:sp>
                  <p:nvSpPr>
                    <p:cNvPr id="1391" name="TextBox 1390">
                      <a:extLst>
                        <a:ext uri="{FF2B5EF4-FFF2-40B4-BE49-F238E27FC236}">
                          <a16:creationId xmlns:a16="http://schemas.microsoft.com/office/drawing/2014/main" id="{5CA23471-C112-F0EF-5315-A33C42FA2F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63954" y="1483466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6</a:t>
                      </a:r>
                    </a:p>
                  </p:txBody>
                </p:sp>
                <p:sp>
                  <p:nvSpPr>
                    <p:cNvPr id="1392" name="TextBox 1391">
                      <a:extLst>
                        <a:ext uri="{FF2B5EF4-FFF2-40B4-BE49-F238E27FC236}">
                          <a16:creationId xmlns:a16="http://schemas.microsoft.com/office/drawing/2014/main" id="{595EA85F-643B-3DF2-2577-6C9C03D83A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20635" y="1483466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5</a:t>
                      </a:r>
                    </a:p>
                  </p:txBody>
                </p:sp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D3EFB03B-A908-F345-1880-106509D616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76996" y="2381831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1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endParaRPr>
                    </a:p>
                  </p:txBody>
                </p:sp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981EA95E-A4A5-6071-BE06-FC820DAFC5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76996" y="1483466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4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endParaRPr>
                    </a:p>
                  </p:txBody>
                </p:sp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4F16FB1B-1DE7-5C5F-01B6-A42D83F23F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32978" y="1483466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3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endParaRPr>
                    </a:p>
                  </p:txBody>
                </p:sp>
              </p:grpSp>
              <p:sp>
                <p:nvSpPr>
                  <p:cNvPr id="1384" name="자유형: 도형 1383">
                    <a:extLst>
                      <a:ext uri="{FF2B5EF4-FFF2-40B4-BE49-F238E27FC236}">
                        <a16:creationId xmlns:a16="http://schemas.microsoft.com/office/drawing/2014/main" id="{327DBF4E-83C4-DE52-8CEE-05307D0934AB}"/>
                      </a:ext>
                    </a:extLst>
                  </p:cNvPr>
                  <p:cNvSpPr/>
                  <p:nvPr/>
                </p:nvSpPr>
                <p:spPr>
                  <a:xfrm>
                    <a:off x="4919663" y="2069306"/>
                    <a:ext cx="107156" cy="557213"/>
                  </a:xfrm>
                  <a:custGeom>
                    <a:avLst/>
                    <a:gdLst>
                      <a:gd name="csX0" fmla="*/ 107156 w 107156"/>
                      <a:gd name="csY0" fmla="*/ 0 h 557213"/>
                      <a:gd name="csX1" fmla="*/ 0 w 107156"/>
                      <a:gd name="csY1" fmla="*/ 0 h 557213"/>
                      <a:gd name="csX2" fmla="*/ 0 w 107156"/>
                      <a:gd name="csY2" fmla="*/ 557213 h 55721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07156" h="557213">
                        <a:moveTo>
                          <a:pt x="107156" y="0"/>
                        </a:moveTo>
                        <a:lnTo>
                          <a:pt x="0" y="0"/>
                        </a:lnTo>
                        <a:lnTo>
                          <a:pt x="0" y="557213"/>
                        </a:lnTo>
                      </a:path>
                    </a:pathLst>
                  </a:cu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385" name="자유형: 도형 1384">
                    <a:extLst>
                      <a:ext uri="{FF2B5EF4-FFF2-40B4-BE49-F238E27FC236}">
                        <a16:creationId xmlns:a16="http://schemas.microsoft.com/office/drawing/2014/main" id="{F413D9BC-0557-F00D-C867-BCFA14E62072}"/>
                      </a:ext>
                    </a:extLst>
                  </p:cNvPr>
                  <p:cNvSpPr/>
                  <p:nvPr/>
                </p:nvSpPr>
                <p:spPr>
                  <a:xfrm flipH="1">
                    <a:off x="5553076" y="2069306"/>
                    <a:ext cx="107156" cy="557213"/>
                  </a:xfrm>
                  <a:custGeom>
                    <a:avLst/>
                    <a:gdLst>
                      <a:gd name="csX0" fmla="*/ 107156 w 107156"/>
                      <a:gd name="csY0" fmla="*/ 0 h 557213"/>
                      <a:gd name="csX1" fmla="*/ 0 w 107156"/>
                      <a:gd name="csY1" fmla="*/ 0 h 557213"/>
                      <a:gd name="csX2" fmla="*/ 0 w 107156"/>
                      <a:gd name="csY2" fmla="*/ 557213 h 55721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07156" h="557213">
                        <a:moveTo>
                          <a:pt x="107156" y="0"/>
                        </a:moveTo>
                        <a:lnTo>
                          <a:pt x="0" y="0"/>
                        </a:lnTo>
                        <a:lnTo>
                          <a:pt x="0" y="557213"/>
                        </a:lnTo>
                      </a:path>
                    </a:pathLst>
                  </a:cu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372" name="그룹 1371">
                <a:extLst>
                  <a:ext uri="{FF2B5EF4-FFF2-40B4-BE49-F238E27FC236}">
                    <a16:creationId xmlns:a16="http://schemas.microsoft.com/office/drawing/2014/main" id="{A6AD4A72-2890-F082-D083-E710E7F89750}"/>
                  </a:ext>
                </a:extLst>
              </p:cNvPr>
              <p:cNvGrpSpPr/>
              <p:nvPr/>
            </p:nvGrpSpPr>
            <p:grpSpPr>
              <a:xfrm rot="4925053">
                <a:off x="2866951" y="4225054"/>
                <a:ext cx="53034" cy="96019"/>
                <a:chOff x="3581401" y="3886698"/>
                <a:chExt cx="53034" cy="96019"/>
              </a:xfrm>
            </p:grpSpPr>
            <p:sp>
              <p:nvSpPr>
                <p:cNvPr id="1374" name="이등변 삼각형 1373">
                  <a:extLst>
                    <a:ext uri="{FF2B5EF4-FFF2-40B4-BE49-F238E27FC236}">
                      <a16:creationId xmlns:a16="http://schemas.microsoft.com/office/drawing/2014/main" id="{8C08533D-AA5E-5B68-9A93-49FDE150DA5A}"/>
                    </a:ext>
                  </a:extLst>
                </p:cNvPr>
                <p:cNvSpPr/>
                <p:nvPr/>
              </p:nvSpPr>
              <p:spPr>
                <a:xfrm>
                  <a:off x="3581401" y="3886698"/>
                  <a:ext cx="53034" cy="45719"/>
                </a:xfrm>
                <a:prstGeom prst="triangle">
                  <a:avLst/>
                </a:prstGeom>
                <a:solidFill>
                  <a:schemeClr val="tx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75" name="이등변 삼각형 1374">
                  <a:extLst>
                    <a:ext uri="{FF2B5EF4-FFF2-40B4-BE49-F238E27FC236}">
                      <a16:creationId xmlns:a16="http://schemas.microsoft.com/office/drawing/2014/main" id="{6E081667-9785-E82D-BF86-24C844963F3D}"/>
                    </a:ext>
                  </a:extLst>
                </p:cNvPr>
                <p:cNvSpPr/>
                <p:nvPr/>
              </p:nvSpPr>
              <p:spPr>
                <a:xfrm flipV="1">
                  <a:off x="3581401" y="3936998"/>
                  <a:ext cx="53034" cy="45719"/>
                </a:xfrm>
                <a:prstGeom prst="triangle">
                  <a:avLst/>
                </a:prstGeom>
                <a:solidFill>
                  <a:schemeClr val="tx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sp>
            <p:nvSpPr>
              <p:cNvPr id="1373" name="TextBox 1372">
                <a:extLst>
                  <a:ext uri="{FF2B5EF4-FFF2-40B4-BE49-F238E27FC236}">
                    <a16:creationId xmlns:a16="http://schemas.microsoft.com/office/drawing/2014/main" id="{9C179DDC-5A6A-47A4-B59A-3D627E01FE0B}"/>
                  </a:ext>
                </a:extLst>
              </p:cNvPr>
              <p:cNvSpPr txBox="1"/>
              <p:nvPr/>
            </p:nvSpPr>
            <p:spPr>
              <a:xfrm>
                <a:off x="2774253" y="4887870"/>
                <a:ext cx="338059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AC 220V</a:t>
                </a:r>
              </a:p>
            </p:txBody>
          </p:sp>
        </p:grpSp>
      </p:grpSp>
      <p:sp>
        <p:nvSpPr>
          <p:cNvPr id="1449" name="TextBox 1448">
            <a:extLst>
              <a:ext uri="{FF2B5EF4-FFF2-40B4-BE49-F238E27FC236}">
                <a16:creationId xmlns:a16="http://schemas.microsoft.com/office/drawing/2014/main" id="{93CF623D-6BF0-7283-2242-B55FE7417EDE}"/>
              </a:ext>
            </a:extLst>
          </p:cNvPr>
          <p:cNvSpPr txBox="1"/>
          <p:nvPr/>
        </p:nvSpPr>
        <p:spPr>
          <a:xfrm>
            <a:off x="7818983" y="2513558"/>
            <a:ext cx="4376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AC 220V</a:t>
            </a:r>
          </a:p>
        </p:txBody>
      </p:sp>
      <p:grpSp>
        <p:nvGrpSpPr>
          <p:cNvPr id="1531" name="그룹 1530">
            <a:extLst>
              <a:ext uri="{FF2B5EF4-FFF2-40B4-BE49-F238E27FC236}">
                <a16:creationId xmlns:a16="http://schemas.microsoft.com/office/drawing/2014/main" id="{C8126496-465B-A1A6-DF4E-9A28652625CA}"/>
              </a:ext>
            </a:extLst>
          </p:cNvPr>
          <p:cNvGrpSpPr/>
          <p:nvPr/>
        </p:nvGrpSpPr>
        <p:grpSpPr>
          <a:xfrm>
            <a:off x="774307" y="2433111"/>
            <a:ext cx="1913899" cy="1990734"/>
            <a:chOff x="5783381" y="2208443"/>
            <a:chExt cx="1143694" cy="1189608"/>
          </a:xfrm>
        </p:grpSpPr>
        <p:sp>
          <p:nvSpPr>
            <p:cNvPr id="1532" name="TextBox 1531">
              <a:extLst>
                <a:ext uri="{FF2B5EF4-FFF2-40B4-BE49-F238E27FC236}">
                  <a16:creationId xmlns:a16="http://schemas.microsoft.com/office/drawing/2014/main" id="{08BFF1B3-754A-42B7-09E1-C97F80F71DB8}"/>
                </a:ext>
              </a:extLst>
            </p:cNvPr>
            <p:cNvSpPr txBox="1"/>
            <p:nvPr/>
          </p:nvSpPr>
          <p:spPr>
            <a:xfrm>
              <a:off x="6092414" y="2730432"/>
              <a:ext cx="719583" cy="220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EOCR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전자식 과전류 </a:t>
              </a:r>
              <a:r>
                <a:rPr kumimoji="0" lang="ko-KR" alt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계전기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)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grpSp>
          <p:nvGrpSpPr>
            <p:cNvPr id="1533" name="그룹 1532">
              <a:extLst>
                <a:ext uri="{FF2B5EF4-FFF2-40B4-BE49-F238E27FC236}">
                  <a16:creationId xmlns:a16="http://schemas.microsoft.com/office/drawing/2014/main" id="{2557B261-5227-B687-A01B-11C4C889608A}"/>
                </a:ext>
              </a:extLst>
            </p:cNvPr>
            <p:cNvGrpSpPr/>
            <p:nvPr/>
          </p:nvGrpSpPr>
          <p:grpSpPr>
            <a:xfrm>
              <a:off x="6325413" y="2457192"/>
              <a:ext cx="103187" cy="103187"/>
              <a:chOff x="2835274" y="1269999"/>
              <a:chExt cx="117475" cy="117475"/>
            </a:xfrm>
          </p:grpSpPr>
          <p:sp>
            <p:nvSpPr>
              <p:cNvPr id="1610" name="타원 1609">
                <a:extLst>
                  <a:ext uri="{FF2B5EF4-FFF2-40B4-BE49-F238E27FC236}">
                    <a16:creationId xmlns:a16="http://schemas.microsoft.com/office/drawing/2014/main" id="{EF931115-05B4-D267-DBF3-352DA536EA0C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11" name="더하기 기호 1610">
                <a:extLst>
                  <a:ext uri="{FF2B5EF4-FFF2-40B4-BE49-F238E27FC236}">
                    <a16:creationId xmlns:a16="http://schemas.microsoft.com/office/drawing/2014/main" id="{8607383A-0F9C-E0A1-3C8D-430C73036FBF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534" name="직사각형 1533">
              <a:extLst>
                <a:ext uri="{FF2B5EF4-FFF2-40B4-BE49-F238E27FC236}">
                  <a16:creationId xmlns:a16="http://schemas.microsoft.com/office/drawing/2014/main" id="{F61EDE6B-4D1E-FD8D-C87F-9BEC3315E392}"/>
                </a:ext>
              </a:extLst>
            </p:cNvPr>
            <p:cNvSpPr/>
            <p:nvPr/>
          </p:nvSpPr>
          <p:spPr>
            <a:xfrm>
              <a:off x="5984119" y="2439729"/>
              <a:ext cx="942956" cy="134936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535" name="직선 연결선 1534">
              <a:extLst>
                <a:ext uri="{FF2B5EF4-FFF2-40B4-BE49-F238E27FC236}">
                  <a16:creationId xmlns:a16="http://schemas.microsoft.com/office/drawing/2014/main" id="{B19CBAF4-1D04-887D-C4AA-7ECA59FD7438}"/>
                </a:ext>
              </a:extLst>
            </p:cNvPr>
            <p:cNvCxnSpPr>
              <a:cxnSpLocks/>
            </p:cNvCxnSpPr>
            <p:nvPr/>
          </p:nvCxnSpPr>
          <p:spPr>
            <a:xfrm>
              <a:off x="6455588" y="2439729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6" name="직선 연결선 1535">
              <a:extLst>
                <a:ext uri="{FF2B5EF4-FFF2-40B4-BE49-F238E27FC236}">
                  <a16:creationId xmlns:a16="http://schemas.microsoft.com/office/drawing/2014/main" id="{57B0A689-33C3-00AC-0A51-6A506084EB87}"/>
                </a:ext>
              </a:extLst>
            </p:cNvPr>
            <p:cNvCxnSpPr>
              <a:cxnSpLocks/>
            </p:cNvCxnSpPr>
            <p:nvPr/>
          </p:nvCxnSpPr>
          <p:spPr>
            <a:xfrm>
              <a:off x="6612751" y="2439729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7" name="직선 연결선 1536">
              <a:extLst>
                <a:ext uri="{FF2B5EF4-FFF2-40B4-BE49-F238E27FC236}">
                  <a16:creationId xmlns:a16="http://schemas.microsoft.com/office/drawing/2014/main" id="{9F4287C2-BF4C-7AB7-6D8B-AB4B7E291BD3}"/>
                </a:ext>
              </a:extLst>
            </p:cNvPr>
            <p:cNvCxnSpPr>
              <a:cxnSpLocks/>
            </p:cNvCxnSpPr>
            <p:nvPr/>
          </p:nvCxnSpPr>
          <p:spPr>
            <a:xfrm>
              <a:off x="6769914" y="2439729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38" name="직사각형 1537">
              <a:extLst>
                <a:ext uri="{FF2B5EF4-FFF2-40B4-BE49-F238E27FC236}">
                  <a16:creationId xmlns:a16="http://schemas.microsoft.com/office/drawing/2014/main" id="{013BCE92-8A7F-19CC-DAEB-8BBEAAA05C55}"/>
                </a:ext>
              </a:extLst>
            </p:cNvPr>
            <p:cNvSpPr/>
            <p:nvPr/>
          </p:nvSpPr>
          <p:spPr>
            <a:xfrm>
              <a:off x="5984119" y="2574665"/>
              <a:ext cx="942956" cy="589760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539" name="그룹 1538">
              <a:extLst>
                <a:ext uri="{FF2B5EF4-FFF2-40B4-BE49-F238E27FC236}">
                  <a16:creationId xmlns:a16="http://schemas.microsoft.com/office/drawing/2014/main" id="{2F2794E0-FA64-CD34-26EF-5040AD188EBD}"/>
                </a:ext>
              </a:extLst>
            </p:cNvPr>
            <p:cNvGrpSpPr/>
            <p:nvPr/>
          </p:nvGrpSpPr>
          <p:grpSpPr>
            <a:xfrm>
              <a:off x="6484163" y="2457192"/>
              <a:ext cx="103187" cy="103187"/>
              <a:chOff x="2835274" y="1269999"/>
              <a:chExt cx="117475" cy="117475"/>
            </a:xfrm>
          </p:grpSpPr>
          <p:sp>
            <p:nvSpPr>
              <p:cNvPr id="1608" name="타원 1607">
                <a:extLst>
                  <a:ext uri="{FF2B5EF4-FFF2-40B4-BE49-F238E27FC236}">
                    <a16:creationId xmlns:a16="http://schemas.microsoft.com/office/drawing/2014/main" id="{F125EC51-2C9F-CE16-43E2-A7A4050759C0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09" name="더하기 기호 1608">
                <a:extLst>
                  <a:ext uri="{FF2B5EF4-FFF2-40B4-BE49-F238E27FC236}">
                    <a16:creationId xmlns:a16="http://schemas.microsoft.com/office/drawing/2014/main" id="{A1BD12B5-1206-7CE8-EC2B-AE83E7619619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540" name="그룹 1539">
              <a:extLst>
                <a:ext uri="{FF2B5EF4-FFF2-40B4-BE49-F238E27FC236}">
                  <a16:creationId xmlns:a16="http://schemas.microsoft.com/office/drawing/2014/main" id="{029B62FB-0102-C2D3-4383-7F573E7F1773}"/>
                </a:ext>
              </a:extLst>
            </p:cNvPr>
            <p:cNvGrpSpPr/>
            <p:nvPr/>
          </p:nvGrpSpPr>
          <p:grpSpPr>
            <a:xfrm>
              <a:off x="6639738" y="2457192"/>
              <a:ext cx="103187" cy="103187"/>
              <a:chOff x="2835274" y="1269999"/>
              <a:chExt cx="117475" cy="117475"/>
            </a:xfrm>
          </p:grpSpPr>
          <p:sp>
            <p:nvSpPr>
              <p:cNvPr id="1606" name="타원 1605">
                <a:extLst>
                  <a:ext uri="{FF2B5EF4-FFF2-40B4-BE49-F238E27FC236}">
                    <a16:creationId xmlns:a16="http://schemas.microsoft.com/office/drawing/2014/main" id="{59DC6187-3F73-07E6-539F-B750E2CA87A8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07" name="더하기 기호 1606">
                <a:extLst>
                  <a:ext uri="{FF2B5EF4-FFF2-40B4-BE49-F238E27FC236}">
                    <a16:creationId xmlns:a16="http://schemas.microsoft.com/office/drawing/2014/main" id="{A220B423-7411-4375-A679-8DD20FF35884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541" name="그룹 1540">
              <a:extLst>
                <a:ext uri="{FF2B5EF4-FFF2-40B4-BE49-F238E27FC236}">
                  <a16:creationId xmlns:a16="http://schemas.microsoft.com/office/drawing/2014/main" id="{6E1BB439-545A-CDBA-0356-CD9F2B74E54D}"/>
                </a:ext>
              </a:extLst>
            </p:cNvPr>
            <p:cNvGrpSpPr/>
            <p:nvPr/>
          </p:nvGrpSpPr>
          <p:grpSpPr>
            <a:xfrm>
              <a:off x="6798488" y="2457192"/>
              <a:ext cx="103187" cy="103187"/>
              <a:chOff x="2835274" y="1269999"/>
              <a:chExt cx="117475" cy="117475"/>
            </a:xfrm>
          </p:grpSpPr>
          <p:sp>
            <p:nvSpPr>
              <p:cNvPr id="1604" name="타원 1603">
                <a:extLst>
                  <a:ext uri="{FF2B5EF4-FFF2-40B4-BE49-F238E27FC236}">
                    <a16:creationId xmlns:a16="http://schemas.microsoft.com/office/drawing/2014/main" id="{C8157567-E266-FC6F-E6E1-C4BC4036E486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05" name="더하기 기호 1604">
                <a:extLst>
                  <a:ext uri="{FF2B5EF4-FFF2-40B4-BE49-F238E27FC236}">
                    <a16:creationId xmlns:a16="http://schemas.microsoft.com/office/drawing/2014/main" id="{2DBCD4E5-D91A-810F-4B29-2952CCDB5BA1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542" name="TextBox 1541">
              <a:extLst>
                <a:ext uri="{FF2B5EF4-FFF2-40B4-BE49-F238E27FC236}">
                  <a16:creationId xmlns:a16="http://schemas.microsoft.com/office/drawing/2014/main" id="{6C3CF0FA-D819-EDDC-4D3E-EE2DC85ABEC6}"/>
                </a:ext>
              </a:extLst>
            </p:cNvPr>
            <p:cNvSpPr txBox="1"/>
            <p:nvPr/>
          </p:nvSpPr>
          <p:spPr>
            <a:xfrm>
              <a:off x="6361239" y="3079786"/>
              <a:ext cx="38316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9</a:t>
              </a:r>
            </a:p>
          </p:txBody>
        </p:sp>
        <p:sp>
          <p:nvSpPr>
            <p:cNvPr id="1543" name="TextBox 1542">
              <a:extLst>
                <a:ext uri="{FF2B5EF4-FFF2-40B4-BE49-F238E27FC236}">
                  <a16:creationId xmlns:a16="http://schemas.microsoft.com/office/drawing/2014/main" id="{5B009314-7D9F-C6C5-0595-49DCB276C42D}"/>
                </a:ext>
              </a:extLst>
            </p:cNvPr>
            <p:cNvSpPr txBox="1"/>
            <p:nvPr/>
          </p:nvSpPr>
          <p:spPr>
            <a:xfrm>
              <a:off x="6812120" y="3079786"/>
              <a:ext cx="76633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12</a:t>
              </a:r>
            </a:p>
          </p:txBody>
        </p:sp>
        <p:sp>
          <p:nvSpPr>
            <p:cNvPr id="1544" name="TextBox 1543">
              <a:extLst>
                <a:ext uri="{FF2B5EF4-FFF2-40B4-BE49-F238E27FC236}">
                  <a16:creationId xmlns:a16="http://schemas.microsoft.com/office/drawing/2014/main" id="{5618C7BF-B8F0-E71A-110F-1AD0ECB3DBAA}"/>
                </a:ext>
              </a:extLst>
            </p:cNvPr>
            <p:cNvSpPr txBox="1"/>
            <p:nvPr/>
          </p:nvSpPr>
          <p:spPr>
            <a:xfrm>
              <a:off x="6498761" y="3079786"/>
              <a:ext cx="76633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10</a:t>
              </a:r>
            </a:p>
          </p:txBody>
        </p:sp>
        <p:sp>
          <p:nvSpPr>
            <p:cNvPr id="1545" name="TextBox 1544">
              <a:extLst>
                <a:ext uri="{FF2B5EF4-FFF2-40B4-BE49-F238E27FC236}">
                  <a16:creationId xmlns:a16="http://schemas.microsoft.com/office/drawing/2014/main" id="{DC569D6F-1C2B-B3DC-3BB4-87A46843136B}"/>
                </a:ext>
              </a:extLst>
            </p:cNvPr>
            <p:cNvSpPr txBox="1"/>
            <p:nvPr/>
          </p:nvSpPr>
          <p:spPr>
            <a:xfrm>
              <a:off x="6655441" y="3079786"/>
              <a:ext cx="76633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11</a:t>
              </a:r>
            </a:p>
          </p:txBody>
        </p:sp>
        <p:grpSp>
          <p:nvGrpSpPr>
            <p:cNvPr id="1546" name="그룹 1545">
              <a:extLst>
                <a:ext uri="{FF2B5EF4-FFF2-40B4-BE49-F238E27FC236}">
                  <a16:creationId xmlns:a16="http://schemas.microsoft.com/office/drawing/2014/main" id="{680BE83D-09D4-6D36-227D-7BB7EA1A4245}"/>
                </a:ext>
              </a:extLst>
            </p:cNvPr>
            <p:cNvGrpSpPr/>
            <p:nvPr/>
          </p:nvGrpSpPr>
          <p:grpSpPr>
            <a:xfrm>
              <a:off x="6015849" y="2457192"/>
              <a:ext cx="103187" cy="103187"/>
              <a:chOff x="2835274" y="1269999"/>
              <a:chExt cx="117475" cy="117475"/>
            </a:xfrm>
          </p:grpSpPr>
          <p:sp>
            <p:nvSpPr>
              <p:cNvPr id="1602" name="타원 1601">
                <a:extLst>
                  <a:ext uri="{FF2B5EF4-FFF2-40B4-BE49-F238E27FC236}">
                    <a16:creationId xmlns:a16="http://schemas.microsoft.com/office/drawing/2014/main" id="{616B2D89-B9E0-EAFA-37FC-8D7C42938BC0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03" name="더하기 기호 1602">
                <a:extLst>
                  <a:ext uri="{FF2B5EF4-FFF2-40B4-BE49-F238E27FC236}">
                    <a16:creationId xmlns:a16="http://schemas.microsoft.com/office/drawing/2014/main" id="{4809F213-F2E3-A916-708D-8BCDF368A8C7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547" name="그룹 1546">
              <a:extLst>
                <a:ext uri="{FF2B5EF4-FFF2-40B4-BE49-F238E27FC236}">
                  <a16:creationId xmlns:a16="http://schemas.microsoft.com/office/drawing/2014/main" id="{AC9460A9-C6ED-EE26-7F3C-C8CAE6ACE1FF}"/>
                </a:ext>
              </a:extLst>
            </p:cNvPr>
            <p:cNvGrpSpPr/>
            <p:nvPr/>
          </p:nvGrpSpPr>
          <p:grpSpPr>
            <a:xfrm>
              <a:off x="6172218" y="2457192"/>
              <a:ext cx="103187" cy="103187"/>
              <a:chOff x="2835274" y="1269999"/>
              <a:chExt cx="117475" cy="117475"/>
            </a:xfrm>
          </p:grpSpPr>
          <p:sp>
            <p:nvSpPr>
              <p:cNvPr id="1600" name="타원 1599">
                <a:extLst>
                  <a:ext uri="{FF2B5EF4-FFF2-40B4-BE49-F238E27FC236}">
                    <a16:creationId xmlns:a16="http://schemas.microsoft.com/office/drawing/2014/main" id="{4A348909-BACF-F03C-1C36-14ADA6796262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01" name="더하기 기호 1600">
                <a:extLst>
                  <a:ext uri="{FF2B5EF4-FFF2-40B4-BE49-F238E27FC236}">
                    <a16:creationId xmlns:a16="http://schemas.microsoft.com/office/drawing/2014/main" id="{68B36FD5-34D7-756F-9D07-7C90F3D34C12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cxnSp>
          <p:nvCxnSpPr>
            <p:cNvPr id="1548" name="직선 연결선 1547">
              <a:extLst>
                <a:ext uri="{FF2B5EF4-FFF2-40B4-BE49-F238E27FC236}">
                  <a16:creationId xmlns:a16="http://schemas.microsoft.com/office/drawing/2014/main" id="{F94C5F02-AD9F-A6E7-25B6-B3A13410C8EC}"/>
                </a:ext>
              </a:extLst>
            </p:cNvPr>
            <p:cNvCxnSpPr>
              <a:cxnSpLocks/>
            </p:cNvCxnSpPr>
            <p:nvPr/>
          </p:nvCxnSpPr>
          <p:spPr>
            <a:xfrm>
              <a:off x="6141282" y="2439729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49" name="직선 연결선 1548">
              <a:extLst>
                <a:ext uri="{FF2B5EF4-FFF2-40B4-BE49-F238E27FC236}">
                  <a16:creationId xmlns:a16="http://schemas.microsoft.com/office/drawing/2014/main" id="{7B6F6949-3EAE-3303-6F0B-2062D0B0ED48}"/>
                </a:ext>
              </a:extLst>
            </p:cNvPr>
            <p:cNvCxnSpPr>
              <a:cxnSpLocks/>
            </p:cNvCxnSpPr>
            <p:nvPr/>
          </p:nvCxnSpPr>
          <p:spPr>
            <a:xfrm>
              <a:off x="6298445" y="2439729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50" name="그룹 1549">
              <a:extLst>
                <a:ext uri="{FF2B5EF4-FFF2-40B4-BE49-F238E27FC236}">
                  <a16:creationId xmlns:a16="http://schemas.microsoft.com/office/drawing/2014/main" id="{CA50A7D9-2E6F-062A-6301-DE2A56A1E7D0}"/>
                </a:ext>
              </a:extLst>
            </p:cNvPr>
            <p:cNvGrpSpPr/>
            <p:nvPr/>
          </p:nvGrpSpPr>
          <p:grpSpPr>
            <a:xfrm>
              <a:off x="6325413" y="3182365"/>
              <a:ext cx="103187" cy="103187"/>
              <a:chOff x="2835274" y="1269999"/>
              <a:chExt cx="117475" cy="117475"/>
            </a:xfrm>
          </p:grpSpPr>
          <p:sp>
            <p:nvSpPr>
              <p:cNvPr id="1598" name="타원 1597">
                <a:extLst>
                  <a:ext uri="{FF2B5EF4-FFF2-40B4-BE49-F238E27FC236}">
                    <a16:creationId xmlns:a16="http://schemas.microsoft.com/office/drawing/2014/main" id="{154EAC98-DC87-2D5D-FA05-023371D37535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99" name="더하기 기호 1598">
                <a:extLst>
                  <a:ext uri="{FF2B5EF4-FFF2-40B4-BE49-F238E27FC236}">
                    <a16:creationId xmlns:a16="http://schemas.microsoft.com/office/drawing/2014/main" id="{D1738BFE-ED4E-64A2-F891-C067406314C8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551" name="직사각형 1550">
              <a:extLst>
                <a:ext uri="{FF2B5EF4-FFF2-40B4-BE49-F238E27FC236}">
                  <a16:creationId xmlns:a16="http://schemas.microsoft.com/office/drawing/2014/main" id="{7F3DD142-4280-79E0-03A5-B9B04769CBB6}"/>
                </a:ext>
              </a:extLst>
            </p:cNvPr>
            <p:cNvSpPr/>
            <p:nvPr/>
          </p:nvSpPr>
          <p:spPr>
            <a:xfrm>
              <a:off x="5984119" y="3164902"/>
              <a:ext cx="942956" cy="134936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552" name="직선 연결선 1551">
              <a:extLst>
                <a:ext uri="{FF2B5EF4-FFF2-40B4-BE49-F238E27FC236}">
                  <a16:creationId xmlns:a16="http://schemas.microsoft.com/office/drawing/2014/main" id="{F9511E9B-AEE9-D75E-F2CB-A064B05292B1}"/>
                </a:ext>
              </a:extLst>
            </p:cNvPr>
            <p:cNvCxnSpPr>
              <a:cxnSpLocks/>
            </p:cNvCxnSpPr>
            <p:nvPr/>
          </p:nvCxnSpPr>
          <p:spPr>
            <a:xfrm>
              <a:off x="6455588" y="3164902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53" name="직선 연결선 1552">
              <a:extLst>
                <a:ext uri="{FF2B5EF4-FFF2-40B4-BE49-F238E27FC236}">
                  <a16:creationId xmlns:a16="http://schemas.microsoft.com/office/drawing/2014/main" id="{C37B6FA1-5B2A-9612-42D7-4C589E61DA52}"/>
                </a:ext>
              </a:extLst>
            </p:cNvPr>
            <p:cNvCxnSpPr>
              <a:cxnSpLocks/>
            </p:cNvCxnSpPr>
            <p:nvPr/>
          </p:nvCxnSpPr>
          <p:spPr>
            <a:xfrm>
              <a:off x="6612751" y="3164902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54" name="직선 연결선 1553">
              <a:extLst>
                <a:ext uri="{FF2B5EF4-FFF2-40B4-BE49-F238E27FC236}">
                  <a16:creationId xmlns:a16="http://schemas.microsoft.com/office/drawing/2014/main" id="{BF1623BD-DE05-6870-FFC9-2B1B30D63DEA}"/>
                </a:ext>
              </a:extLst>
            </p:cNvPr>
            <p:cNvCxnSpPr>
              <a:cxnSpLocks/>
            </p:cNvCxnSpPr>
            <p:nvPr/>
          </p:nvCxnSpPr>
          <p:spPr>
            <a:xfrm>
              <a:off x="6769914" y="3164902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55" name="그룹 1554">
              <a:extLst>
                <a:ext uri="{FF2B5EF4-FFF2-40B4-BE49-F238E27FC236}">
                  <a16:creationId xmlns:a16="http://schemas.microsoft.com/office/drawing/2014/main" id="{14194687-CFEC-4790-531E-FC83C1F4F0D8}"/>
                </a:ext>
              </a:extLst>
            </p:cNvPr>
            <p:cNvGrpSpPr/>
            <p:nvPr/>
          </p:nvGrpSpPr>
          <p:grpSpPr>
            <a:xfrm>
              <a:off x="6484163" y="3182365"/>
              <a:ext cx="103187" cy="103187"/>
              <a:chOff x="2835274" y="1269999"/>
              <a:chExt cx="117475" cy="117475"/>
            </a:xfrm>
          </p:grpSpPr>
          <p:sp>
            <p:nvSpPr>
              <p:cNvPr id="1596" name="타원 1595">
                <a:extLst>
                  <a:ext uri="{FF2B5EF4-FFF2-40B4-BE49-F238E27FC236}">
                    <a16:creationId xmlns:a16="http://schemas.microsoft.com/office/drawing/2014/main" id="{C03E3C14-0E25-DAAD-5B09-6A8156E9581A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97" name="더하기 기호 1596">
                <a:extLst>
                  <a:ext uri="{FF2B5EF4-FFF2-40B4-BE49-F238E27FC236}">
                    <a16:creationId xmlns:a16="http://schemas.microsoft.com/office/drawing/2014/main" id="{68D6BA29-43C0-3429-46DA-239A890FAA3C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556" name="그룹 1555">
              <a:extLst>
                <a:ext uri="{FF2B5EF4-FFF2-40B4-BE49-F238E27FC236}">
                  <a16:creationId xmlns:a16="http://schemas.microsoft.com/office/drawing/2014/main" id="{06A8A135-61B3-A324-1878-A0BE7C9A29E3}"/>
                </a:ext>
              </a:extLst>
            </p:cNvPr>
            <p:cNvGrpSpPr/>
            <p:nvPr/>
          </p:nvGrpSpPr>
          <p:grpSpPr>
            <a:xfrm>
              <a:off x="6639738" y="3182365"/>
              <a:ext cx="103187" cy="103187"/>
              <a:chOff x="2835274" y="1269999"/>
              <a:chExt cx="117475" cy="117475"/>
            </a:xfrm>
          </p:grpSpPr>
          <p:sp>
            <p:nvSpPr>
              <p:cNvPr id="1594" name="타원 1593">
                <a:extLst>
                  <a:ext uri="{FF2B5EF4-FFF2-40B4-BE49-F238E27FC236}">
                    <a16:creationId xmlns:a16="http://schemas.microsoft.com/office/drawing/2014/main" id="{8942D138-3DB4-DD0B-B770-44F20D0D0BB2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95" name="더하기 기호 1594">
                <a:extLst>
                  <a:ext uri="{FF2B5EF4-FFF2-40B4-BE49-F238E27FC236}">
                    <a16:creationId xmlns:a16="http://schemas.microsoft.com/office/drawing/2014/main" id="{379EFC4A-E547-D345-629E-6A914D721CA3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557" name="그룹 1556">
              <a:extLst>
                <a:ext uri="{FF2B5EF4-FFF2-40B4-BE49-F238E27FC236}">
                  <a16:creationId xmlns:a16="http://schemas.microsoft.com/office/drawing/2014/main" id="{35CD7CAD-1A02-8FAB-5143-9A365EA9A909}"/>
                </a:ext>
              </a:extLst>
            </p:cNvPr>
            <p:cNvGrpSpPr/>
            <p:nvPr/>
          </p:nvGrpSpPr>
          <p:grpSpPr>
            <a:xfrm>
              <a:off x="6798488" y="3182365"/>
              <a:ext cx="103187" cy="103187"/>
              <a:chOff x="2835274" y="1269999"/>
              <a:chExt cx="117475" cy="117475"/>
            </a:xfrm>
          </p:grpSpPr>
          <p:sp>
            <p:nvSpPr>
              <p:cNvPr id="1592" name="타원 1591">
                <a:extLst>
                  <a:ext uri="{FF2B5EF4-FFF2-40B4-BE49-F238E27FC236}">
                    <a16:creationId xmlns:a16="http://schemas.microsoft.com/office/drawing/2014/main" id="{7F3B68C5-8E0F-6118-5C5E-99468D39E5D3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93" name="더하기 기호 1592">
                <a:extLst>
                  <a:ext uri="{FF2B5EF4-FFF2-40B4-BE49-F238E27FC236}">
                    <a16:creationId xmlns:a16="http://schemas.microsoft.com/office/drawing/2014/main" id="{2017A2C7-4975-BD0D-94E9-89A3CC9CA49F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558" name="그룹 1557">
              <a:extLst>
                <a:ext uri="{FF2B5EF4-FFF2-40B4-BE49-F238E27FC236}">
                  <a16:creationId xmlns:a16="http://schemas.microsoft.com/office/drawing/2014/main" id="{6F09E4B7-F460-75C5-5D3F-BF7F1D84BB4C}"/>
                </a:ext>
              </a:extLst>
            </p:cNvPr>
            <p:cNvGrpSpPr/>
            <p:nvPr/>
          </p:nvGrpSpPr>
          <p:grpSpPr>
            <a:xfrm>
              <a:off x="6015849" y="3182365"/>
              <a:ext cx="103187" cy="103187"/>
              <a:chOff x="2835274" y="1269999"/>
              <a:chExt cx="117475" cy="117475"/>
            </a:xfrm>
          </p:grpSpPr>
          <p:sp>
            <p:nvSpPr>
              <p:cNvPr id="1590" name="타원 1589">
                <a:extLst>
                  <a:ext uri="{FF2B5EF4-FFF2-40B4-BE49-F238E27FC236}">
                    <a16:creationId xmlns:a16="http://schemas.microsoft.com/office/drawing/2014/main" id="{048EB843-96A1-3544-FE34-0E5AFA1B13C3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91" name="더하기 기호 1590">
                <a:extLst>
                  <a:ext uri="{FF2B5EF4-FFF2-40B4-BE49-F238E27FC236}">
                    <a16:creationId xmlns:a16="http://schemas.microsoft.com/office/drawing/2014/main" id="{8AD64EA7-1658-E9CC-173E-7760C455519D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559" name="그룹 1558">
              <a:extLst>
                <a:ext uri="{FF2B5EF4-FFF2-40B4-BE49-F238E27FC236}">
                  <a16:creationId xmlns:a16="http://schemas.microsoft.com/office/drawing/2014/main" id="{0F05C29F-01C2-13C5-2582-DDB6CF0F8480}"/>
                </a:ext>
              </a:extLst>
            </p:cNvPr>
            <p:cNvGrpSpPr/>
            <p:nvPr/>
          </p:nvGrpSpPr>
          <p:grpSpPr>
            <a:xfrm>
              <a:off x="6172218" y="3182365"/>
              <a:ext cx="103187" cy="103187"/>
              <a:chOff x="2835274" y="1269999"/>
              <a:chExt cx="117475" cy="117475"/>
            </a:xfrm>
          </p:grpSpPr>
          <p:sp>
            <p:nvSpPr>
              <p:cNvPr id="1588" name="타원 1587">
                <a:extLst>
                  <a:ext uri="{FF2B5EF4-FFF2-40B4-BE49-F238E27FC236}">
                    <a16:creationId xmlns:a16="http://schemas.microsoft.com/office/drawing/2014/main" id="{FDE421B6-58C6-ED48-1FA7-FBE493FDA37E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89" name="더하기 기호 1588">
                <a:extLst>
                  <a:ext uri="{FF2B5EF4-FFF2-40B4-BE49-F238E27FC236}">
                    <a16:creationId xmlns:a16="http://schemas.microsoft.com/office/drawing/2014/main" id="{039B1830-BCC5-D668-71D6-142CED45973D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cxnSp>
          <p:nvCxnSpPr>
            <p:cNvPr id="1560" name="직선 연결선 1559">
              <a:extLst>
                <a:ext uri="{FF2B5EF4-FFF2-40B4-BE49-F238E27FC236}">
                  <a16:creationId xmlns:a16="http://schemas.microsoft.com/office/drawing/2014/main" id="{1F6EDC02-07DE-2272-4163-44CE1C9DEF5D}"/>
                </a:ext>
              </a:extLst>
            </p:cNvPr>
            <p:cNvCxnSpPr>
              <a:cxnSpLocks/>
            </p:cNvCxnSpPr>
            <p:nvPr/>
          </p:nvCxnSpPr>
          <p:spPr>
            <a:xfrm>
              <a:off x="6141282" y="3164902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61" name="직선 연결선 1560">
              <a:extLst>
                <a:ext uri="{FF2B5EF4-FFF2-40B4-BE49-F238E27FC236}">
                  <a16:creationId xmlns:a16="http://schemas.microsoft.com/office/drawing/2014/main" id="{A3FA6DEC-D7F8-C7C0-6D6F-700B0361CB86}"/>
                </a:ext>
              </a:extLst>
            </p:cNvPr>
            <p:cNvCxnSpPr>
              <a:cxnSpLocks/>
            </p:cNvCxnSpPr>
            <p:nvPr/>
          </p:nvCxnSpPr>
          <p:spPr>
            <a:xfrm>
              <a:off x="6298445" y="3164902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62" name="TextBox 1561">
              <a:extLst>
                <a:ext uri="{FF2B5EF4-FFF2-40B4-BE49-F238E27FC236}">
                  <a16:creationId xmlns:a16="http://schemas.microsoft.com/office/drawing/2014/main" id="{584F9C95-0B72-0EF9-1165-EAE19B3AD9F3}"/>
                </a:ext>
              </a:extLst>
            </p:cNvPr>
            <p:cNvSpPr txBox="1"/>
            <p:nvPr/>
          </p:nvSpPr>
          <p:spPr>
            <a:xfrm>
              <a:off x="6039305" y="3079786"/>
              <a:ext cx="38316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7</a:t>
              </a:r>
            </a:p>
          </p:txBody>
        </p:sp>
        <p:sp>
          <p:nvSpPr>
            <p:cNvPr id="1563" name="TextBox 1562">
              <a:extLst>
                <a:ext uri="{FF2B5EF4-FFF2-40B4-BE49-F238E27FC236}">
                  <a16:creationId xmlns:a16="http://schemas.microsoft.com/office/drawing/2014/main" id="{6C7452B2-B0EA-1E5C-C8E0-D0A11929760B}"/>
                </a:ext>
              </a:extLst>
            </p:cNvPr>
            <p:cNvSpPr txBox="1"/>
            <p:nvPr/>
          </p:nvSpPr>
          <p:spPr>
            <a:xfrm>
              <a:off x="6195987" y="3079786"/>
              <a:ext cx="38316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8</a:t>
              </a:r>
            </a:p>
          </p:txBody>
        </p:sp>
        <p:sp>
          <p:nvSpPr>
            <p:cNvPr id="1564" name="TextBox 1563">
              <a:extLst>
                <a:ext uri="{FF2B5EF4-FFF2-40B4-BE49-F238E27FC236}">
                  <a16:creationId xmlns:a16="http://schemas.microsoft.com/office/drawing/2014/main" id="{EC604685-5012-A764-33FB-8626F2D7EC80}"/>
                </a:ext>
              </a:extLst>
            </p:cNvPr>
            <p:cNvSpPr txBox="1"/>
            <p:nvPr/>
          </p:nvSpPr>
          <p:spPr>
            <a:xfrm>
              <a:off x="6361239" y="2592815"/>
              <a:ext cx="38316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3</a:t>
              </a:r>
            </a:p>
          </p:txBody>
        </p:sp>
        <p:sp>
          <p:nvSpPr>
            <p:cNvPr id="1565" name="TextBox 1564">
              <a:extLst>
                <a:ext uri="{FF2B5EF4-FFF2-40B4-BE49-F238E27FC236}">
                  <a16:creationId xmlns:a16="http://schemas.microsoft.com/office/drawing/2014/main" id="{F854E809-451F-F685-5142-F6879AF11979}"/>
                </a:ext>
              </a:extLst>
            </p:cNvPr>
            <p:cNvSpPr txBox="1"/>
            <p:nvPr/>
          </p:nvSpPr>
          <p:spPr>
            <a:xfrm>
              <a:off x="6831277" y="2592815"/>
              <a:ext cx="38316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6</a:t>
              </a:r>
            </a:p>
          </p:txBody>
        </p:sp>
        <p:sp>
          <p:nvSpPr>
            <p:cNvPr id="1566" name="TextBox 1565">
              <a:extLst>
                <a:ext uri="{FF2B5EF4-FFF2-40B4-BE49-F238E27FC236}">
                  <a16:creationId xmlns:a16="http://schemas.microsoft.com/office/drawing/2014/main" id="{08962FBA-E3F6-EEC0-7DE8-BE2F0687156E}"/>
                </a:ext>
              </a:extLst>
            </p:cNvPr>
            <p:cNvSpPr txBox="1"/>
            <p:nvPr/>
          </p:nvSpPr>
          <p:spPr>
            <a:xfrm>
              <a:off x="6517919" y="2592815"/>
              <a:ext cx="38316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4</a:t>
              </a:r>
            </a:p>
          </p:txBody>
        </p:sp>
        <p:sp>
          <p:nvSpPr>
            <p:cNvPr id="1567" name="TextBox 1566">
              <a:extLst>
                <a:ext uri="{FF2B5EF4-FFF2-40B4-BE49-F238E27FC236}">
                  <a16:creationId xmlns:a16="http://schemas.microsoft.com/office/drawing/2014/main" id="{2D7C414A-590B-F4B4-8065-FB97358F1879}"/>
                </a:ext>
              </a:extLst>
            </p:cNvPr>
            <p:cNvSpPr txBox="1"/>
            <p:nvPr/>
          </p:nvSpPr>
          <p:spPr>
            <a:xfrm>
              <a:off x="6674600" y="2592815"/>
              <a:ext cx="38316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5</a:t>
              </a:r>
            </a:p>
          </p:txBody>
        </p:sp>
        <p:sp>
          <p:nvSpPr>
            <p:cNvPr id="1568" name="TextBox 1567">
              <a:extLst>
                <a:ext uri="{FF2B5EF4-FFF2-40B4-BE49-F238E27FC236}">
                  <a16:creationId xmlns:a16="http://schemas.microsoft.com/office/drawing/2014/main" id="{803F0208-98C2-C4C0-2E64-FE09A1CE765E}"/>
                </a:ext>
              </a:extLst>
            </p:cNvPr>
            <p:cNvSpPr txBox="1"/>
            <p:nvPr/>
          </p:nvSpPr>
          <p:spPr>
            <a:xfrm>
              <a:off x="6039305" y="2592815"/>
              <a:ext cx="38316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</a:t>
              </a:r>
            </a:p>
          </p:txBody>
        </p:sp>
        <p:sp>
          <p:nvSpPr>
            <p:cNvPr id="1569" name="TextBox 1568">
              <a:extLst>
                <a:ext uri="{FF2B5EF4-FFF2-40B4-BE49-F238E27FC236}">
                  <a16:creationId xmlns:a16="http://schemas.microsoft.com/office/drawing/2014/main" id="{FF144948-3C2C-83B9-0B6C-AD00C6AFEF78}"/>
                </a:ext>
              </a:extLst>
            </p:cNvPr>
            <p:cNvSpPr txBox="1"/>
            <p:nvPr/>
          </p:nvSpPr>
          <p:spPr>
            <a:xfrm>
              <a:off x="6195988" y="2592815"/>
              <a:ext cx="38316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2</a:t>
              </a:r>
            </a:p>
          </p:txBody>
        </p:sp>
        <p:cxnSp>
          <p:nvCxnSpPr>
            <p:cNvPr id="1570" name="직선 연결선 1569">
              <a:extLst>
                <a:ext uri="{FF2B5EF4-FFF2-40B4-BE49-F238E27FC236}">
                  <a16:creationId xmlns:a16="http://schemas.microsoft.com/office/drawing/2014/main" id="{04544B43-F7CB-B067-F887-1EDD4D7EBE24}"/>
                </a:ext>
              </a:extLst>
            </p:cNvPr>
            <p:cNvCxnSpPr>
              <a:cxnSpLocks/>
            </p:cNvCxnSpPr>
            <p:nvPr/>
          </p:nvCxnSpPr>
          <p:spPr>
            <a:xfrm>
              <a:off x="6455588" y="3252170"/>
              <a:ext cx="0" cy="145881"/>
            </a:xfrm>
            <a:prstGeom prst="line">
              <a:avLst/>
            </a:prstGeom>
            <a:noFill/>
            <a:ln w="952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71" name="TextBox 1570">
              <a:extLst>
                <a:ext uri="{FF2B5EF4-FFF2-40B4-BE49-F238E27FC236}">
                  <a16:creationId xmlns:a16="http://schemas.microsoft.com/office/drawing/2014/main" id="{5363C7FA-6F9B-05DE-336C-E0E7E1BAAEE5}"/>
                </a:ext>
              </a:extLst>
            </p:cNvPr>
            <p:cNvSpPr txBox="1"/>
            <p:nvPr/>
          </p:nvSpPr>
          <p:spPr>
            <a:xfrm>
              <a:off x="6341924" y="3308850"/>
              <a:ext cx="76945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W</a:t>
              </a:r>
            </a:p>
          </p:txBody>
        </p:sp>
        <p:sp>
          <p:nvSpPr>
            <p:cNvPr id="1572" name="TextBox 1571">
              <a:extLst>
                <a:ext uri="{FF2B5EF4-FFF2-40B4-BE49-F238E27FC236}">
                  <a16:creationId xmlns:a16="http://schemas.microsoft.com/office/drawing/2014/main" id="{1A98F0E3-093D-A480-F9F2-B93FFFEB11C9}"/>
                </a:ext>
              </a:extLst>
            </p:cNvPr>
            <p:cNvSpPr txBox="1"/>
            <p:nvPr/>
          </p:nvSpPr>
          <p:spPr>
            <a:xfrm>
              <a:off x="6789522" y="3308850"/>
              <a:ext cx="121828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전원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endParaRPr>
            </a:p>
          </p:txBody>
        </p:sp>
        <p:sp>
          <p:nvSpPr>
            <p:cNvPr id="1573" name="TextBox 1572">
              <a:extLst>
                <a:ext uri="{FF2B5EF4-FFF2-40B4-BE49-F238E27FC236}">
                  <a16:creationId xmlns:a16="http://schemas.microsoft.com/office/drawing/2014/main" id="{7A1FD011-47A9-B719-FD1B-00B379DEF976}"/>
                </a:ext>
              </a:extLst>
            </p:cNvPr>
            <p:cNvSpPr txBox="1"/>
            <p:nvPr/>
          </p:nvSpPr>
          <p:spPr>
            <a:xfrm>
              <a:off x="6518641" y="3308850"/>
              <a:ext cx="36870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c</a:t>
              </a:r>
            </a:p>
          </p:txBody>
        </p:sp>
        <p:sp>
          <p:nvSpPr>
            <p:cNvPr id="1574" name="TextBox 1573">
              <a:extLst>
                <a:ext uri="{FF2B5EF4-FFF2-40B4-BE49-F238E27FC236}">
                  <a16:creationId xmlns:a16="http://schemas.microsoft.com/office/drawing/2014/main" id="{D8CD8311-2E2F-9D9F-D4A6-A6255FB21201}"/>
                </a:ext>
              </a:extLst>
            </p:cNvPr>
            <p:cNvSpPr txBox="1"/>
            <p:nvPr/>
          </p:nvSpPr>
          <p:spPr>
            <a:xfrm>
              <a:off x="6672918" y="3308850"/>
              <a:ext cx="41678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c</a:t>
              </a:r>
            </a:p>
          </p:txBody>
        </p:sp>
        <p:sp>
          <p:nvSpPr>
            <p:cNvPr id="1575" name="TextBox 1574">
              <a:extLst>
                <a:ext uri="{FF2B5EF4-FFF2-40B4-BE49-F238E27FC236}">
                  <a16:creationId xmlns:a16="http://schemas.microsoft.com/office/drawing/2014/main" id="{DAE93616-F3CA-D362-784B-5C13705BB65E}"/>
                </a:ext>
              </a:extLst>
            </p:cNvPr>
            <p:cNvSpPr txBox="1"/>
            <p:nvPr/>
          </p:nvSpPr>
          <p:spPr>
            <a:xfrm>
              <a:off x="6019993" y="3308850"/>
              <a:ext cx="76944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U</a:t>
              </a:r>
            </a:p>
          </p:txBody>
        </p:sp>
        <p:sp>
          <p:nvSpPr>
            <p:cNvPr id="1576" name="TextBox 1575">
              <a:extLst>
                <a:ext uri="{FF2B5EF4-FFF2-40B4-BE49-F238E27FC236}">
                  <a16:creationId xmlns:a16="http://schemas.microsoft.com/office/drawing/2014/main" id="{512B3D7E-8E99-54EC-7C85-99A123C9F8ED}"/>
                </a:ext>
              </a:extLst>
            </p:cNvPr>
            <p:cNvSpPr txBox="1"/>
            <p:nvPr/>
          </p:nvSpPr>
          <p:spPr>
            <a:xfrm>
              <a:off x="6176673" y="3308850"/>
              <a:ext cx="76945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V</a:t>
              </a:r>
            </a:p>
          </p:txBody>
        </p:sp>
        <p:cxnSp>
          <p:nvCxnSpPr>
            <p:cNvPr id="1577" name="직선 연결선 1576">
              <a:extLst>
                <a:ext uri="{FF2B5EF4-FFF2-40B4-BE49-F238E27FC236}">
                  <a16:creationId xmlns:a16="http://schemas.microsoft.com/office/drawing/2014/main" id="{9089F35C-CF2A-E334-7757-0CF215E715E8}"/>
                </a:ext>
              </a:extLst>
            </p:cNvPr>
            <p:cNvCxnSpPr>
              <a:cxnSpLocks/>
            </p:cNvCxnSpPr>
            <p:nvPr/>
          </p:nvCxnSpPr>
          <p:spPr>
            <a:xfrm>
              <a:off x="6455588" y="2208443"/>
              <a:ext cx="0" cy="217415"/>
            </a:xfrm>
            <a:prstGeom prst="line">
              <a:avLst/>
            </a:prstGeom>
            <a:noFill/>
            <a:ln w="952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78" name="TextBox 1577">
              <a:extLst>
                <a:ext uri="{FF2B5EF4-FFF2-40B4-BE49-F238E27FC236}">
                  <a16:creationId xmlns:a16="http://schemas.microsoft.com/office/drawing/2014/main" id="{7705E664-5D58-34FA-386F-9B098159C370}"/>
                </a:ext>
              </a:extLst>
            </p:cNvPr>
            <p:cNvSpPr txBox="1"/>
            <p:nvPr/>
          </p:nvSpPr>
          <p:spPr>
            <a:xfrm>
              <a:off x="6341924" y="2336657"/>
              <a:ext cx="76945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L3</a:t>
              </a:r>
            </a:p>
          </p:txBody>
        </p:sp>
        <p:sp>
          <p:nvSpPr>
            <p:cNvPr id="1579" name="TextBox 1578">
              <a:extLst>
                <a:ext uri="{FF2B5EF4-FFF2-40B4-BE49-F238E27FC236}">
                  <a16:creationId xmlns:a16="http://schemas.microsoft.com/office/drawing/2014/main" id="{8E3CC4E5-A9AA-7976-DD5D-9F1C0FC81A30}"/>
                </a:ext>
              </a:extLst>
            </p:cNvPr>
            <p:cNvSpPr txBox="1"/>
            <p:nvPr/>
          </p:nvSpPr>
          <p:spPr>
            <a:xfrm>
              <a:off x="6789522" y="2336657"/>
              <a:ext cx="121828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전원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endParaRPr>
            </a:p>
          </p:txBody>
        </p:sp>
        <p:sp>
          <p:nvSpPr>
            <p:cNvPr id="1580" name="TextBox 1579">
              <a:extLst>
                <a:ext uri="{FF2B5EF4-FFF2-40B4-BE49-F238E27FC236}">
                  <a16:creationId xmlns:a16="http://schemas.microsoft.com/office/drawing/2014/main" id="{96BCA570-6ED6-C35F-D7C1-AA0F8CEB292C}"/>
                </a:ext>
              </a:extLst>
            </p:cNvPr>
            <p:cNvSpPr txBox="1"/>
            <p:nvPr/>
          </p:nvSpPr>
          <p:spPr>
            <a:xfrm>
              <a:off x="6518641" y="2323957"/>
              <a:ext cx="36870" cy="919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b</a:t>
              </a:r>
            </a:p>
          </p:txBody>
        </p:sp>
        <p:sp>
          <p:nvSpPr>
            <p:cNvPr id="1581" name="TextBox 1580">
              <a:extLst>
                <a:ext uri="{FF2B5EF4-FFF2-40B4-BE49-F238E27FC236}">
                  <a16:creationId xmlns:a16="http://schemas.microsoft.com/office/drawing/2014/main" id="{CD06A310-5275-8DB5-D6E0-A0B736AD1E28}"/>
                </a:ext>
              </a:extLst>
            </p:cNvPr>
            <p:cNvSpPr txBox="1"/>
            <p:nvPr/>
          </p:nvSpPr>
          <p:spPr>
            <a:xfrm>
              <a:off x="6672918" y="2323957"/>
              <a:ext cx="41678" cy="919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a</a:t>
              </a:r>
            </a:p>
          </p:txBody>
        </p:sp>
        <p:sp>
          <p:nvSpPr>
            <p:cNvPr id="1582" name="TextBox 1581">
              <a:extLst>
                <a:ext uri="{FF2B5EF4-FFF2-40B4-BE49-F238E27FC236}">
                  <a16:creationId xmlns:a16="http://schemas.microsoft.com/office/drawing/2014/main" id="{7D62A4D0-A41F-23E6-D1FE-C941770F94CB}"/>
                </a:ext>
              </a:extLst>
            </p:cNvPr>
            <p:cNvSpPr txBox="1"/>
            <p:nvPr/>
          </p:nvSpPr>
          <p:spPr>
            <a:xfrm>
              <a:off x="6019993" y="2336657"/>
              <a:ext cx="76944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L1</a:t>
              </a:r>
            </a:p>
          </p:txBody>
        </p:sp>
        <p:sp>
          <p:nvSpPr>
            <p:cNvPr id="1583" name="TextBox 1582">
              <a:extLst>
                <a:ext uri="{FF2B5EF4-FFF2-40B4-BE49-F238E27FC236}">
                  <a16:creationId xmlns:a16="http://schemas.microsoft.com/office/drawing/2014/main" id="{C563239B-FE00-675A-1B18-7D40F85444B5}"/>
                </a:ext>
              </a:extLst>
            </p:cNvPr>
            <p:cNvSpPr txBox="1"/>
            <p:nvPr/>
          </p:nvSpPr>
          <p:spPr>
            <a:xfrm>
              <a:off x="6176673" y="2336657"/>
              <a:ext cx="76945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L2</a:t>
              </a:r>
            </a:p>
          </p:txBody>
        </p:sp>
        <p:sp>
          <p:nvSpPr>
            <p:cNvPr id="1584" name="TextBox 1583">
              <a:extLst>
                <a:ext uri="{FF2B5EF4-FFF2-40B4-BE49-F238E27FC236}">
                  <a16:creationId xmlns:a16="http://schemas.microsoft.com/office/drawing/2014/main" id="{939D2C09-2C54-29ED-36C9-BBF2AE6B7024}"/>
                </a:ext>
              </a:extLst>
            </p:cNvPr>
            <p:cNvSpPr txBox="1"/>
            <p:nvPr/>
          </p:nvSpPr>
          <p:spPr>
            <a:xfrm>
              <a:off x="6155375" y="2210969"/>
              <a:ext cx="178172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주회로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585" name="TextBox 1584">
              <a:extLst>
                <a:ext uri="{FF2B5EF4-FFF2-40B4-BE49-F238E27FC236}">
                  <a16:creationId xmlns:a16="http://schemas.microsoft.com/office/drawing/2014/main" id="{3ED29E1B-02E9-0F60-2217-CEDCCF0C547D}"/>
                </a:ext>
              </a:extLst>
            </p:cNvPr>
            <p:cNvSpPr txBox="1"/>
            <p:nvPr/>
          </p:nvSpPr>
          <p:spPr>
            <a:xfrm>
              <a:off x="6560456" y="2210969"/>
              <a:ext cx="237563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보조회로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586" name="TextBox 1585">
              <a:extLst>
                <a:ext uri="{FF2B5EF4-FFF2-40B4-BE49-F238E27FC236}">
                  <a16:creationId xmlns:a16="http://schemas.microsoft.com/office/drawing/2014/main" id="{CEC1B6FB-08DC-40CE-07F1-23E179A3580E}"/>
                </a:ext>
              </a:extLst>
            </p:cNvPr>
            <p:cNvSpPr txBox="1"/>
            <p:nvPr/>
          </p:nvSpPr>
          <p:spPr>
            <a:xfrm>
              <a:off x="5783383" y="2463257"/>
              <a:ext cx="157097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1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차측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587" name="TextBox 1586">
              <a:extLst>
                <a:ext uri="{FF2B5EF4-FFF2-40B4-BE49-F238E27FC236}">
                  <a16:creationId xmlns:a16="http://schemas.microsoft.com/office/drawing/2014/main" id="{3D884103-9EE3-6387-A410-BAAF92B848A3}"/>
                </a:ext>
              </a:extLst>
            </p:cNvPr>
            <p:cNvSpPr txBox="1"/>
            <p:nvPr/>
          </p:nvSpPr>
          <p:spPr>
            <a:xfrm>
              <a:off x="5783381" y="3186771"/>
              <a:ext cx="157097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2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차측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</p:grpSp>
      <p:grpSp>
        <p:nvGrpSpPr>
          <p:cNvPr id="1450" name="그룹 1449">
            <a:extLst>
              <a:ext uri="{FF2B5EF4-FFF2-40B4-BE49-F238E27FC236}">
                <a16:creationId xmlns:a16="http://schemas.microsoft.com/office/drawing/2014/main" id="{3CBFC601-7C28-11C6-8316-0D94498FE572}"/>
              </a:ext>
            </a:extLst>
          </p:cNvPr>
          <p:cNvGrpSpPr/>
          <p:nvPr/>
        </p:nvGrpSpPr>
        <p:grpSpPr>
          <a:xfrm>
            <a:off x="757008" y="4631705"/>
            <a:ext cx="1893992" cy="2014113"/>
            <a:chOff x="5780168" y="704850"/>
            <a:chExt cx="1146907" cy="1219647"/>
          </a:xfrm>
        </p:grpSpPr>
        <p:sp>
          <p:nvSpPr>
            <p:cNvPr id="1451" name="TextBox 1450">
              <a:extLst>
                <a:ext uri="{FF2B5EF4-FFF2-40B4-BE49-F238E27FC236}">
                  <a16:creationId xmlns:a16="http://schemas.microsoft.com/office/drawing/2014/main" id="{2F76D640-D704-1FAD-6E12-DFE4840C745D}"/>
                </a:ext>
              </a:extLst>
            </p:cNvPr>
            <p:cNvSpPr txBox="1"/>
            <p:nvPr/>
          </p:nvSpPr>
          <p:spPr>
            <a:xfrm>
              <a:off x="6173140" y="1237791"/>
              <a:ext cx="548603" cy="229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MC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전자식 </a:t>
              </a:r>
              <a:r>
                <a:rPr kumimoji="0" lang="ko-KR" alt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접촉기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)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grpSp>
          <p:nvGrpSpPr>
            <p:cNvPr id="1452" name="그룹 1451">
              <a:extLst>
                <a:ext uri="{FF2B5EF4-FFF2-40B4-BE49-F238E27FC236}">
                  <a16:creationId xmlns:a16="http://schemas.microsoft.com/office/drawing/2014/main" id="{F25CF01E-1179-F9EA-7CEE-86406EEEDE0D}"/>
                </a:ext>
              </a:extLst>
            </p:cNvPr>
            <p:cNvGrpSpPr/>
            <p:nvPr/>
          </p:nvGrpSpPr>
          <p:grpSpPr>
            <a:xfrm>
              <a:off x="6325413" y="964551"/>
              <a:ext cx="103187" cy="103187"/>
              <a:chOff x="2835274" y="1269999"/>
              <a:chExt cx="117475" cy="117475"/>
            </a:xfrm>
          </p:grpSpPr>
          <p:sp>
            <p:nvSpPr>
              <p:cNvPr id="1529" name="타원 1528">
                <a:extLst>
                  <a:ext uri="{FF2B5EF4-FFF2-40B4-BE49-F238E27FC236}">
                    <a16:creationId xmlns:a16="http://schemas.microsoft.com/office/drawing/2014/main" id="{4C2248B1-CE68-4A19-5060-E5CA5911F128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30" name="더하기 기호 1529">
                <a:extLst>
                  <a:ext uri="{FF2B5EF4-FFF2-40B4-BE49-F238E27FC236}">
                    <a16:creationId xmlns:a16="http://schemas.microsoft.com/office/drawing/2014/main" id="{4385608E-8F8F-6684-84B4-F98DA4D786A3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sp>
          <p:nvSpPr>
            <p:cNvPr id="1453" name="직사각형 1452">
              <a:extLst>
                <a:ext uri="{FF2B5EF4-FFF2-40B4-BE49-F238E27FC236}">
                  <a16:creationId xmlns:a16="http://schemas.microsoft.com/office/drawing/2014/main" id="{1FD6F5AE-F265-FD2E-002E-A5D32B406CC7}"/>
                </a:ext>
              </a:extLst>
            </p:cNvPr>
            <p:cNvSpPr/>
            <p:nvPr/>
          </p:nvSpPr>
          <p:spPr>
            <a:xfrm>
              <a:off x="5984119" y="947088"/>
              <a:ext cx="942956" cy="134936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cxnSp>
          <p:nvCxnSpPr>
            <p:cNvPr id="1454" name="직선 연결선 1453">
              <a:extLst>
                <a:ext uri="{FF2B5EF4-FFF2-40B4-BE49-F238E27FC236}">
                  <a16:creationId xmlns:a16="http://schemas.microsoft.com/office/drawing/2014/main" id="{EF02C445-0BF4-27FD-7B9F-C2AED7A31253}"/>
                </a:ext>
              </a:extLst>
            </p:cNvPr>
            <p:cNvCxnSpPr>
              <a:cxnSpLocks/>
            </p:cNvCxnSpPr>
            <p:nvPr/>
          </p:nvCxnSpPr>
          <p:spPr>
            <a:xfrm>
              <a:off x="6455588" y="947088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5" name="직선 연결선 1454">
              <a:extLst>
                <a:ext uri="{FF2B5EF4-FFF2-40B4-BE49-F238E27FC236}">
                  <a16:creationId xmlns:a16="http://schemas.microsoft.com/office/drawing/2014/main" id="{AC296CEE-0DC6-26C5-2A2A-B9B54F359C9B}"/>
                </a:ext>
              </a:extLst>
            </p:cNvPr>
            <p:cNvCxnSpPr>
              <a:cxnSpLocks/>
            </p:cNvCxnSpPr>
            <p:nvPr/>
          </p:nvCxnSpPr>
          <p:spPr>
            <a:xfrm>
              <a:off x="6612751" y="947088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6" name="직선 연결선 1455">
              <a:extLst>
                <a:ext uri="{FF2B5EF4-FFF2-40B4-BE49-F238E27FC236}">
                  <a16:creationId xmlns:a16="http://schemas.microsoft.com/office/drawing/2014/main" id="{87B9F73B-F157-37E2-1ABE-ADD31500D97C}"/>
                </a:ext>
              </a:extLst>
            </p:cNvPr>
            <p:cNvCxnSpPr>
              <a:cxnSpLocks/>
            </p:cNvCxnSpPr>
            <p:nvPr/>
          </p:nvCxnSpPr>
          <p:spPr>
            <a:xfrm>
              <a:off x="6769914" y="947088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57" name="직사각형 1456">
              <a:extLst>
                <a:ext uri="{FF2B5EF4-FFF2-40B4-BE49-F238E27FC236}">
                  <a16:creationId xmlns:a16="http://schemas.microsoft.com/office/drawing/2014/main" id="{609492B5-E15B-9D78-A575-141033F44A74}"/>
                </a:ext>
              </a:extLst>
            </p:cNvPr>
            <p:cNvSpPr/>
            <p:nvPr/>
          </p:nvSpPr>
          <p:spPr>
            <a:xfrm>
              <a:off x="5984119" y="1082024"/>
              <a:ext cx="942956" cy="589760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grpSp>
          <p:nvGrpSpPr>
            <p:cNvPr id="1458" name="그룹 1457">
              <a:extLst>
                <a:ext uri="{FF2B5EF4-FFF2-40B4-BE49-F238E27FC236}">
                  <a16:creationId xmlns:a16="http://schemas.microsoft.com/office/drawing/2014/main" id="{787E0419-D2C9-57FD-9F66-69E6A4545054}"/>
                </a:ext>
              </a:extLst>
            </p:cNvPr>
            <p:cNvGrpSpPr/>
            <p:nvPr/>
          </p:nvGrpSpPr>
          <p:grpSpPr>
            <a:xfrm>
              <a:off x="6484163" y="964551"/>
              <a:ext cx="103187" cy="103187"/>
              <a:chOff x="2835274" y="1269999"/>
              <a:chExt cx="117475" cy="117475"/>
            </a:xfrm>
          </p:grpSpPr>
          <p:sp>
            <p:nvSpPr>
              <p:cNvPr id="1527" name="타원 1526">
                <a:extLst>
                  <a:ext uri="{FF2B5EF4-FFF2-40B4-BE49-F238E27FC236}">
                    <a16:creationId xmlns:a16="http://schemas.microsoft.com/office/drawing/2014/main" id="{4ED37075-F496-B41B-2E58-0B7DF80C7E85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28" name="더하기 기호 1527">
                <a:extLst>
                  <a:ext uri="{FF2B5EF4-FFF2-40B4-BE49-F238E27FC236}">
                    <a16:creationId xmlns:a16="http://schemas.microsoft.com/office/drawing/2014/main" id="{BFB5D830-C9E0-1689-4C68-735D668D081B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grpSp>
          <p:nvGrpSpPr>
            <p:cNvPr id="1459" name="그룹 1458">
              <a:extLst>
                <a:ext uri="{FF2B5EF4-FFF2-40B4-BE49-F238E27FC236}">
                  <a16:creationId xmlns:a16="http://schemas.microsoft.com/office/drawing/2014/main" id="{A94C4875-6E9F-4C47-022E-A271A876108F}"/>
                </a:ext>
              </a:extLst>
            </p:cNvPr>
            <p:cNvGrpSpPr/>
            <p:nvPr/>
          </p:nvGrpSpPr>
          <p:grpSpPr>
            <a:xfrm>
              <a:off x="6639738" y="964551"/>
              <a:ext cx="103187" cy="103187"/>
              <a:chOff x="2835274" y="1269999"/>
              <a:chExt cx="117475" cy="117475"/>
            </a:xfrm>
          </p:grpSpPr>
          <p:sp>
            <p:nvSpPr>
              <p:cNvPr id="1525" name="타원 1524">
                <a:extLst>
                  <a:ext uri="{FF2B5EF4-FFF2-40B4-BE49-F238E27FC236}">
                    <a16:creationId xmlns:a16="http://schemas.microsoft.com/office/drawing/2014/main" id="{146A6B60-7ACA-1717-5CEC-B485540BA878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26" name="더하기 기호 1525">
                <a:extLst>
                  <a:ext uri="{FF2B5EF4-FFF2-40B4-BE49-F238E27FC236}">
                    <a16:creationId xmlns:a16="http://schemas.microsoft.com/office/drawing/2014/main" id="{9F168637-47E3-4269-F59D-84F234F29FF1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grpSp>
          <p:nvGrpSpPr>
            <p:cNvPr id="1460" name="그룹 1459">
              <a:extLst>
                <a:ext uri="{FF2B5EF4-FFF2-40B4-BE49-F238E27FC236}">
                  <a16:creationId xmlns:a16="http://schemas.microsoft.com/office/drawing/2014/main" id="{CCB60E17-1037-DFD6-3285-E803140326BE}"/>
                </a:ext>
              </a:extLst>
            </p:cNvPr>
            <p:cNvGrpSpPr/>
            <p:nvPr/>
          </p:nvGrpSpPr>
          <p:grpSpPr>
            <a:xfrm>
              <a:off x="6798488" y="964551"/>
              <a:ext cx="103187" cy="103187"/>
              <a:chOff x="2835274" y="1269999"/>
              <a:chExt cx="117475" cy="117475"/>
            </a:xfrm>
          </p:grpSpPr>
          <p:sp>
            <p:nvSpPr>
              <p:cNvPr id="1523" name="타원 1522">
                <a:extLst>
                  <a:ext uri="{FF2B5EF4-FFF2-40B4-BE49-F238E27FC236}">
                    <a16:creationId xmlns:a16="http://schemas.microsoft.com/office/drawing/2014/main" id="{5C9FBB81-E4FE-8317-4F11-6094B9F7FEC2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24" name="더하기 기호 1523">
                <a:extLst>
                  <a:ext uri="{FF2B5EF4-FFF2-40B4-BE49-F238E27FC236}">
                    <a16:creationId xmlns:a16="http://schemas.microsoft.com/office/drawing/2014/main" id="{B656D5A6-4F12-3928-F191-E0D08A56268F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sp>
          <p:nvSpPr>
            <p:cNvPr id="1461" name="TextBox 1460">
              <a:extLst>
                <a:ext uri="{FF2B5EF4-FFF2-40B4-BE49-F238E27FC236}">
                  <a16:creationId xmlns:a16="http://schemas.microsoft.com/office/drawing/2014/main" id="{14304CB6-EE4A-CAF4-6ECA-C9462AC1D5D6}"/>
                </a:ext>
              </a:extLst>
            </p:cNvPr>
            <p:cNvSpPr txBox="1"/>
            <p:nvPr/>
          </p:nvSpPr>
          <p:spPr>
            <a:xfrm>
              <a:off x="6360454" y="1587145"/>
              <a:ext cx="3988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9</a:t>
              </a:r>
            </a:p>
          </p:txBody>
        </p:sp>
        <p:sp>
          <p:nvSpPr>
            <p:cNvPr id="1462" name="TextBox 1461">
              <a:extLst>
                <a:ext uri="{FF2B5EF4-FFF2-40B4-BE49-F238E27FC236}">
                  <a16:creationId xmlns:a16="http://schemas.microsoft.com/office/drawing/2014/main" id="{F74314E5-F177-97C3-CBE3-B2B541928800}"/>
                </a:ext>
              </a:extLst>
            </p:cNvPr>
            <p:cNvSpPr txBox="1"/>
            <p:nvPr/>
          </p:nvSpPr>
          <p:spPr>
            <a:xfrm>
              <a:off x="6810552" y="1587145"/>
              <a:ext cx="79768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12</a:t>
              </a:r>
            </a:p>
          </p:txBody>
        </p:sp>
        <p:sp>
          <p:nvSpPr>
            <p:cNvPr id="1463" name="TextBox 1462">
              <a:extLst>
                <a:ext uri="{FF2B5EF4-FFF2-40B4-BE49-F238E27FC236}">
                  <a16:creationId xmlns:a16="http://schemas.microsoft.com/office/drawing/2014/main" id="{A5384DEE-2E9F-4D60-4172-90F6A5528E4E}"/>
                </a:ext>
              </a:extLst>
            </p:cNvPr>
            <p:cNvSpPr txBox="1"/>
            <p:nvPr/>
          </p:nvSpPr>
          <p:spPr>
            <a:xfrm>
              <a:off x="6497194" y="1587145"/>
              <a:ext cx="79768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10</a:t>
              </a:r>
            </a:p>
          </p:txBody>
        </p:sp>
        <p:sp>
          <p:nvSpPr>
            <p:cNvPr id="1464" name="TextBox 1463">
              <a:extLst>
                <a:ext uri="{FF2B5EF4-FFF2-40B4-BE49-F238E27FC236}">
                  <a16:creationId xmlns:a16="http://schemas.microsoft.com/office/drawing/2014/main" id="{3928B4F5-0F61-0737-8D0A-059FB341E31E}"/>
                </a:ext>
              </a:extLst>
            </p:cNvPr>
            <p:cNvSpPr txBox="1"/>
            <p:nvPr/>
          </p:nvSpPr>
          <p:spPr>
            <a:xfrm>
              <a:off x="6653873" y="1587145"/>
              <a:ext cx="79768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11</a:t>
              </a:r>
            </a:p>
          </p:txBody>
        </p:sp>
        <p:grpSp>
          <p:nvGrpSpPr>
            <p:cNvPr id="1465" name="그룹 1464">
              <a:extLst>
                <a:ext uri="{FF2B5EF4-FFF2-40B4-BE49-F238E27FC236}">
                  <a16:creationId xmlns:a16="http://schemas.microsoft.com/office/drawing/2014/main" id="{8FB7D98E-0B95-F9FD-3F03-8A4B2DBFC188}"/>
                </a:ext>
              </a:extLst>
            </p:cNvPr>
            <p:cNvGrpSpPr/>
            <p:nvPr/>
          </p:nvGrpSpPr>
          <p:grpSpPr>
            <a:xfrm>
              <a:off x="6015849" y="964551"/>
              <a:ext cx="103187" cy="103187"/>
              <a:chOff x="2835274" y="1269999"/>
              <a:chExt cx="117475" cy="117475"/>
            </a:xfrm>
          </p:grpSpPr>
          <p:sp>
            <p:nvSpPr>
              <p:cNvPr id="1521" name="타원 1520">
                <a:extLst>
                  <a:ext uri="{FF2B5EF4-FFF2-40B4-BE49-F238E27FC236}">
                    <a16:creationId xmlns:a16="http://schemas.microsoft.com/office/drawing/2014/main" id="{8D30C611-0C19-B8FA-29F2-4AF9FC90403A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22" name="더하기 기호 1521">
                <a:extLst>
                  <a:ext uri="{FF2B5EF4-FFF2-40B4-BE49-F238E27FC236}">
                    <a16:creationId xmlns:a16="http://schemas.microsoft.com/office/drawing/2014/main" id="{52D37444-5A43-09A1-7A0F-067A1E92C157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grpSp>
          <p:nvGrpSpPr>
            <p:cNvPr id="1466" name="그룹 1465">
              <a:extLst>
                <a:ext uri="{FF2B5EF4-FFF2-40B4-BE49-F238E27FC236}">
                  <a16:creationId xmlns:a16="http://schemas.microsoft.com/office/drawing/2014/main" id="{E67E11D0-71E5-BD61-A105-07974A1A205A}"/>
                </a:ext>
              </a:extLst>
            </p:cNvPr>
            <p:cNvGrpSpPr/>
            <p:nvPr/>
          </p:nvGrpSpPr>
          <p:grpSpPr>
            <a:xfrm>
              <a:off x="6172218" y="964551"/>
              <a:ext cx="103187" cy="103187"/>
              <a:chOff x="2835274" y="1269999"/>
              <a:chExt cx="117475" cy="117475"/>
            </a:xfrm>
          </p:grpSpPr>
          <p:sp>
            <p:nvSpPr>
              <p:cNvPr id="1519" name="타원 1518">
                <a:extLst>
                  <a:ext uri="{FF2B5EF4-FFF2-40B4-BE49-F238E27FC236}">
                    <a16:creationId xmlns:a16="http://schemas.microsoft.com/office/drawing/2014/main" id="{A7FCD951-BFA9-FB60-703F-0F8ACD993820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20" name="더하기 기호 1519">
                <a:extLst>
                  <a:ext uri="{FF2B5EF4-FFF2-40B4-BE49-F238E27FC236}">
                    <a16:creationId xmlns:a16="http://schemas.microsoft.com/office/drawing/2014/main" id="{F10F55F9-CF28-414B-F162-D0FC61B909ED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cxnSp>
          <p:nvCxnSpPr>
            <p:cNvPr id="1467" name="직선 연결선 1466">
              <a:extLst>
                <a:ext uri="{FF2B5EF4-FFF2-40B4-BE49-F238E27FC236}">
                  <a16:creationId xmlns:a16="http://schemas.microsoft.com/office/drawing/2014/main" id="{B842CA52-D7D7-B533-7A0A-5CF2046F907D}"/>
                </a:ext>
              </a:extLst>
            </p:cNvPr>
            <p:cNvCxnSpPr>
              <a:cxnSpLocks/>
            </p:cNvCxnSpPr>
            <p:nvPr/>
          </p:nvCxnSpPr>
          <p:spPr>
            <a:xfrm>
              <a:off x="6141282" y="947088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8" name="직선 연결선 1467">
              <a:extLst>
                <a:ext uri="{FF2B5EF4-FFF2-40B4-BE49-F238E27FC236}">
                  <a16:creationId xmlns:a16="http://schemas.microsoft.com/office/drawing/2014/main" id="{588F8AFD-75EC-4172-CBA0-E5216F2787DC}"/>
                </a:ext>
              </a:extLst>
            </p:cNvPr>
            <p:cNvCxnSpPr>
              <a:cxnSpLocks/>
            </p:cNvCxnSpPr>
            <p:nvPr/>
          </p:nvCxnSpPr>
          <p:spPr>
            <a:xfrm>
              <a:off x="6298445" y="947088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469" name="그룹 1468">
              <a:extLst>
                <a:ext uri="{FF2B5EF4-FFF2-40B4-BE49-F238E27FC236}">
                  <a16:creationId xmlns:a16="http://schemas.microsoft.com/office/drawing/2014/main" id="{C882330E-95B9-4754-69C3-B619DA9573E3}"/>
                </a:ext>
              </a:extLst>
            </p:cNvPr>
            <p:cNvGrpSpPr/>
            <p:nvPr/>
          </p:nvGrpSpPr>
          <p:grpSpPr>
            <a:xfrm>
              <a:off x="6325413" y="1689724"/>
              <a:ext cx="103187" cy="103187"/>
              <a:chOff x="2835274" y="1269999"/>
              <a:chExt cx="117475" cy="117475"/>
            </a:xfrm>
          </p:grpSpPr>
          <p:sp>
            <p:nvSpPr>
              <p:cNvPr id="1517" name="타원 1516">
                <a:extLst>
                  <a:ext uri="{FF2B5EF4-FFF2-40B4-BE49-F238E27FC236}">
                    <a16:creationId xmlns:a16="http://schemas.microsoft.com/office/drawing/2014/main" id="{223D46D0-C673-1CE2-D848-A68FC11DC57E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18" name="더하기 기호 1517">
                <a:extLst>
                  <a:ext uri="{FF2B5EF4-FFF2-40B4-BE49-F238E27FC236}">
                    <a16:creationId xmlns:a16="http://schemas.microsoft.com/office/drawing/2014/main" id="{600C5CDE-4F50-EBFD-25C3-172514A70436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sp>
          <p:nvSpPr>
            <p:cNvPr id="1470" name="직사각형 1469">
              <a:extLst>
                <a:ext uri="{FF2B5EF4-FFF2-40B4-BE49-F238E27FC236}">
                  <a16:creationId xmlns:a16="http://schemas.microsoft.com/office/drawing/2014/main" id="{C0132EE0-1F20-191B-10E2-343003798FBD}"/>
                </a:ext>
              </a:extLst>
            </p:cNvPr>
            <p:cNvSpPr/>
            <p:nvPr/>
          </p:nvSpPr>
          <p:spPr>
            <a:xfrm>
              <a:off x="5984119" y="1672261"/>
              <a:ext cx="942956" cy="134936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cxnSp>
          <p:nvCxnSpPr>
            <p:cNvPr id="1471" name="직선 연결선 1470">
              <a:extLst>
                <a:ext uri="{FF2B5EF4-FFF2-40B4-BE49-F238E27FC236}">
                  <a16:creationId xmlns:a16="http://schemas.microsoft.com/office/drawing/2014/main" id="{609959A5-23F9-3E80-351A-BDD771ECC09E}"/>
                </a:ext>
              </a:extLst>
            </p:cNvPr>
            <p:cNvCxnSpPr>
              <a:cxnSpLocks/>
            </p:cNvCxnSpPr>
            <p:nvPr/>
          </p:nvCxnSpPr>
          <p:spPr>
            <a:xfrm>
              <a:off x="6455588" y="1672261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2" name="직선 연결선 1471">
              <a:extLst>
                <a:ext uri="{FF2B5EF4-FFF2-40B4-BE49-F238E27FC236}">
                  <a16:creationId xmlns:a16="http://schemas.microsoft.com/office/drawing/2014/main" id="{533C7081-87D8-AFE7-2461-690A18A316D2}"/>
                </a:ext>
              </a:extLst>
            </p:cNvPr>
            <p:cNvCxnSpPr>
              <a:cxnSpLocks/>
            </p:cNvCxnSpPr>
            <p:nvPr/>
          </p:nvCxnSpPr>
          <p:spPr>
            <a:xfrm>
              <a:off x="6612751" y="1672261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3" name="직선 연결선 1472">
              <a:extLst>
                <a:ext uri="{FF2B5EF4-FFF2-40B4-BE49-F238E27FC236}">
                  <a16:creationId xmlns:a16="http://schemas.microsoft.com/office/drawing/2014/main" id="{72E056A3-7341-6D83-DDFD-4A8E25BCB16E}"/>
                </a:ext>
              </a:extLst>
            </p:cNvPr>
            <p:cNvCxnSpPr>
              <a:cxnSpLocks/>
            </p:cNvCxnSpPr>
            <p:nvPr/>
          </p:nvCxnSpPr>
          <p:spPr>
            <a:xfrm>
              <a:off x="6769914" y="1672261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474" name="그룹 1473">
              <a:extLst>
                <a:ext uri="{FF2B5EF4-FFF2-40B4-BE49-F238E27FC236}">
                  <a16:creationId xmlns:a16="http://schemas.microsoft.com/office/drawing/2014/main" id="{BD6F2BF5-C4C4-B0E1-FC40-8A628A13F163}"/>
                </a:ext>
              </a:extLst>
            </p:cNvPr>
            <p:cNvGrpSpPr/>
            <p:nvPr/>
          </p:nvGrpSpPr>
          <p:grpSpPr>
            <a:xfrm>
              <a:off x="6484163" y="1689724"/>
              <a:ext cx="103187" cy="103187"/>
              <a:chOff x="2835274" y="1269999"/>
              <a:chExt cx="117475" cy="117475"/>
            </a:xfrm>
          </p:grpSpPr>
          <p:sp>
            <p:nvSpPr>
              <p:cNvPr id="1515" name="타원 1514">
                <a:extLst>
                  <a:ext uri="{FF2B5EF4-FFF2-40B4-BE49-F238E27FC236}">
                    <a16:creationId xmlns:a16="http://schemas.microsoft.com/office/drawing/2014/main" id="{181EBBEC-B80C-35D5-9746-8D9FC80CF13E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16" name="더하기 기호 1515">
                <a:extLst>
                  <a:ext uri="{FF2B5EF4-FFF2-40B4-BE49-F238E27FC236}">
                    <a16:creationId xmlns:a16="http://schemas.microsoft.com/office/drawing/2014/main" id="{CEFFE0A8-9B7F-2FC4-6995-AA8D7B6BA744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grpSp>
          <p:nvGrpSpPr>
            <p:cNvPr id="1475" name="그룹 1474">
              <a:extLst>
                <a:ext uri="{FF2B5EF4-FFF2-40B4-BE49-F238E27FC236}">
                  <a16:creationId xmlns:a16="http://schemas.microsoft.com/office/drawing/2014/main" id="{D90C47FB-3192-AD19-9EF2-95470F24886A}"/>
                </a:ext>
              </a:extLst>
            </p:cNvPr>
            <p:cNvGrpSpPr/>
            <p:nvPr/>
          </p:nvGrpSpPr>
          <p:grpSpPr>
            <a:xfrm>
              <a:off x="6639738" y="1689724"/>
              <a:ext cx="103187" cy="103187"/>
              <a:chOff x="2835274" y="1269999"/>
              <a:chExt cx="117475" cy="117475"/>
            </a:xfrm>
          </p:grpSpPr>
          <p:sp>
            <p:nvSpPr>
              <p:cNvPr id="1513" name="타원 1512">
                <a:extLst>
                  <a:ext uri="{FF2B5EF4-FFF2-40B4-BE49-F238E27FC236}">
                    <a16:creationId xmlns:a16="http://schemas.microsoft.com/office/drawing/2014/main" id="{D0574C16-2C3D-0D60-4040-25842AEF7A1E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14" name="더하기 기호 1513">
                <a:extLst>
                  <a:ext uri="{FF2B5EF4-FFF2-40B4-BE49-F238E27FC236}">
                    <a16:creationId xmlns:a16="http://schemas.microsoft.com/office/drawing/2014/main" id="{4CFA0722-6995-C4A1-C6BA-C5202C13990B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grpSp>
          <p:nvGrpSpPr>
            <p:cNvPr id="1476" name="그룹 1475">
              <a:extLst>
                <a:ext uri="{FF2B5EF4-FFF2-40B4-BE49-F238E27FC236}">
                  <a16:creationId xmlns:a16="http://schemas.microsoft.com/office/drawing/2014/main" id="{FC79999A-6A63-D2CD-D554-7779C19C71B0}"/>
                </a:ext>
              </a:extLst>
            </p:cNvPr>
            <p:cNvGrpSpPr/>
            <p:nvPr/>
          </p:nvGrpSpPr>
          <p:grpSpPr>
            <a:xfrm>
              <a:off x="6798488" y="1689724"/>
              <a:ext cx="103187" cy="103187"/>
              <a:chOff x="2835274" y="1269999"/>
              <a:chExt cx="117475" cy="117475"/>
            </a:xfrm>
          </p:grpSpPr>
          <p:sp>
            <p:nvSpPr>
              <p:cNvPr id="1511" name="타원 1510">
                <a:extLst>
                  <a:ext uri="{FF2B5EF4-FFF2-40B4-BE49-F238E27FC236}">
                    <a16:creationId xmlns:a16="http://schemas.microsoft.com/office/drawing/2014/main" id="{707DD090-AC36-FCE0-9845-B0C2CDA01D4F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12" name="더하기 기호 1511">
                <a:extLst>
                  <a:ext uri="{FF2B5EF4-FFF2-40B4-BE49-F238E27FC236}">
                    <a16:creationId xmlns:a16="http://schemas.microsoft.com/office/drawing/2014/main" id="{C94BAD97-C7B9-650E-E579-743CADE3599F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grpSp>
          <p:nvGrpSpPr>
            <p:cNvPr id="1477" name="그룹 1476">
              <a:extLst>
                <a:ext uri="{FF2B5EF4-FFF2-40B4-BE49-F238E27FC236}">
                  <a16:creationId xmlns:a16="http://schemas.microsoft.com/office/drawing/2014/main" id="{AAA390AD-2399-6E18-F63C-9AA1F5E8C29C}"/>
                </a:ext>
              </a:extLst>
            </p:cNvPr>
            <p:cNvGrpSpPr/>
            <p:nvPr/>
          </p:nvGrpSpPr>
          <p:grpSpPr>
            <a:xfrm>
              <a:off x="6015849" y="1689724"/>
              <a:ext cx="103187" cy="103187"/>
              <a:chOff x="2835274" y="1269999"/>
              <a:chExt cx="117475" cy="117475"/>
            </a:xfrm>
          </p:grpSpPr>
          <p:sp>
            <p:nvSpPr>
              <p:cNvPr id="1509" name="타원 1508">
                <a:extLst>
                  <a:ext uri="{FF2B5EF4-FFF2-40B4-BE49-F238E27FC236}">
                    <a16:creationId xmlns:a16="http://schemas.microsoft.com/office/drawing/2014/main" id="{3BC2F1C4-941D-3267-3ECF-3637EBD71A7D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10" name="더하기 기호 1509">
                <a:extLst>
                  <a:ext uri="{FF2B5EF4-FFF2-40B4-BE49-F238E27FC236}">
                    <a16:creationId xmlns:a16="http://schemas.microsoft.com/office/drawing/2014/main" id="{3DF92EE5-6E08-AF01-8027-04B24D53798A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grpSp>
          <p:nvGrpSpPr>
            <p:cNvPr id="1478" name="그룹 1477">
              <a:extLst>
                <a:ext uri="{FF2B5EF4-FFF2-40B4-BE49-F238E27FC236}">
                  <a16:creationId xmlns:a16="http://schemas.microsoft.com/office/drawing/2014/main" id="{8B14B690-DA04-9F79-B5E3-8B61B9EB4B7A}"/>
                </a:ext>
              </a:extLst>
            </p:cNvPr>
            <p:cNvGrpSpPr/>
            <p:nvPr/>
          </p:nvGrpSpPr>
          <p:grpSpPr>
            <a:xfrm>
              <a:off x="6172218" y="1689724"/>
              <a:ext cx="103187" cy="103187"/>
              <a:chOff x="2835274" y="1269999"/>
              <a:chExt cx="117475" cy="117475"/>
            </a:xfrm>
          </p:grpSpPr>
          <p:sp>
            <p:nvSpPr>
              <p:cNvPr id="1507" name="타원 1506">
                <a:extLst>
                  <a:ext uri="{FF2B5EF4-FFF2-40B4-BE49-F238E27FC236}">
                    <a16:creationId xmlns:a16="http://schemas.microsoft.com/office/drawing/2014/main" id="{1F69A780-525B-A859-B0DF-17F77E5FADC3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08" name="더하기 기호 1507">
                <a:extLst>
                  <a:ext uri="{FF2B5EF4-FFF2-40B4-BE49-F238E27FC236}">
                    <a16:creationId xmlns:a16="http://schemas.microsoft.com/office/drawing/2014/main" id="{58DED0E1-0786-E382-A7C0-13A497D8AF13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cxnSp>
          <p:nvCxnSpPr>
            <p:cNvPr id="1479" name="직선 연결선 1478">
              <a:extLst>
                <a:ext uri="{FF2B5EF4-FFF2-40B4-BE49-F238E27FC236}">
                  <a16:creationId xmlns:a16="http://schemas.microsoft.com/office/drawing/2014/main" id="{1870C0F5-BCCB-EC8A-E503-307B83958743}"/>
                </a:ext>
              </a:extLst>
            </p:cNvPr>
            <p:cNvCxnSpPr>
              <a:cxnSpLocks/>
            </p:cNvCxnSpPr>
            <p:nvPr/>
          </p:nvCxnSpPr>
          <p:spPr>
            <a:xfrm>
              <a:off x="6141282" y="1672261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0" name="직선 연결선 1479">
              <a:extLst>
                <a:ext uri="{FF2B5EF4-FFF2-40B4-BE49-F238E27FC236}">
                  <a16:creationId xmlns:a16="http://schemas.microsoft.com/office/drawing/2014/main" id="{837AD306-DAC2-6388-A910-94855491BC42}"/>
                </a:ext>
              </a:extLst>
            </p:cNvPr>
            <p:cNvCxnSpPr>
              <a:cxnSpLocks/>
            </p:cNvCxnSpPr>
            <p:nvPr/>
          </p:nvCxnSpPr>
          <p:spPr>
            <a:xfrm>
              <a:off x="6298445" y="1672261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81" name="TextBox 1480">
              <a:extLst>
                <a:ext uri="{FF2B5EF4-FFF2-40B4-BE49-F238E27FC236}">
                  <a16:creationId xmlns:a16="http://schemas.microsoft.com/office/drawing/2014/main" id="{0680A42A-55F7-7C20-7731-36D8A7DFDFE6}"/>
                </a:ext>
              </a:extLst>
            </p:cNvPr>
            <p:cNvSpPr txBox="1"/>
            <p:nvPr/>
          </p:nvSpPr>
          <p:spPr>
            <a:xfrm>
              <a:off x="6038522" y="1587145"/>
              <a:ext cx="3988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7</a:t>
              </a:r>
            </a:p>
          </p:txBody>
        </p:sp>
        <p:sp>
          <p:nvSpPr>
            <p:cNvPr id="1482" name="TextBox 1481">
              <a:extLst>
                <a:ext uri="{FF2B5EF4-FFF2-40B4-BE49-F238E27FC236}">
                  <a16:creationId xmlns:a16="http://schemas.microsoft.com/office/drawing/2014/main" id="{CE7B7185-BF10-0438-8E7F-9EDF2CD145A6}"/>
                </a:ext>
              </a:extLst>
            </p:cNvPr>
            <p:cNvSpPr txBox="1"/>
            <p:nvPr/>
          </p:nvSpPr>
          <p:spPr>
            <a:xfrm>
              <a:off x="6195203" y="1587145"/>
              <a:ext cx="3988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8</a:t>
              </a:r>
            </a:p>
          </p:txBody>
        </p:sp>
        <p:sp>
          <p:nvSpPr>
            <p:cNvPr id="1483" name="TextBox 1482">
              <a:extLst>
                <a:ext uri="{FF2B5EF4-FFF2-40B4-BE49-F238E27FC236}">
                  <a16:creationId xmlns:a16="http://schemas.microsoft.com/office/drawing/2014/main" id="{F9ADB3FA-38BC-9DD3-D627-4FD6469C4E46}"/>
                </a:ext>
              </a:extLst>
            </p:cNvPr>
            <p:cNvSpPr txBox="1"/>
            <p:nvPr/>
          </p:nvSpPr>
          <p:spPr>
            <a:xfrm>
              <a:off x="6360454" y="1100174"/>
              <a:ext cx="3988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3</a:t>
              </a:r>
            </a:p>
          </p:txBody>
        </p:sp>
        <p:sp>
          <p:nvSpPr>
            <p:cNvPr id="1484" name="TextBox 1483">
              <a:extLst>
                <a:ext uri="{FF2B5EF4-FFF2-40B4-BE49-F238E27FC236}">
                  <a16:creationId xmlns:a16="http://schemas.microsoft.com/office/drawing/2014/main" id="{EA62A575-51CB-3DC6-3653-8CFEF7175643}"/>
                </a:ext>
              </a:extLst>
            </p:cNvPr>
            <p:cNvSpPr txBox="1"/>
            <p:nvPr/>
          </p:nvSpPr>
          <p:spPr>
            <a:xfrm>
              <a:off x="6830494" y="1100174"/>
              <a:ext cx="3988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6</a:t>
              </a:r>
            </a:p>
          </p:txBody>
        </p:sp>
        <p:sp>
          <p:nvSpPr>
            <p:cNvPr id="1485" name="TextBox 1484">
              <a:extLst>
                <a:ext uri="{FF2B5EF4-FFF2-40B4-BE49-F238E27FC236}">
                  <a16:creationId xmlns:a16="http://schemas.microsoft.com/office/drawing/2014/main" id="{DEE35198-5C1E-0AED-AC21-A31189535FAB}"/>
                </a:ext>
              </a:extLst>
            </p:cNvPr>
            <p:cNvSpPr txBox="1"/>
            <p:nvPr/>
          </p:nvSpPr>
          <p:spPr>
            <a:xfrm>
              <a:off x="6517135" y="1100174"/>
              <a:ext cx="3988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4</a:t>
              </a:r>
            </a:p>
          </p:txBody>
        </p:sp>
        <p:sp>
          <p:nvSpPr>
            <p:cNvPr id="1486" name="TextBox 1485">
              <a:extLst>
                <a:ext uri="{FF2B5EF4-FFF2-40B4-BE49-F238E27FC236}">
                  <a16:creationId xmlns:a16="http://schemas.microsoft.com/office/drawing/2014/main" id="{8028FA6C-313C-E25C-6611-3D45485819FC}"/>
                </a:ext>
              </a:extLst>
            </p:cNvPr>
            <p:cNvSpPr txBox="1"/>
            <p:nvPr/>
          </p:nvSpPr>
          <p:spPr>
            <a:xfrm>
              <a:off x="6673815" y="1100174"/>
              <a:ext cx="3988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5</a:t>
              </a:r>
            </a:p>
          </p:txBody>
        </p:sp>
        <p:sp>
          <p:nvSpPr>
            <p:cNvPr id="1487" name="TextBox 1486">
              <a:extLst>
                <a:ext uri="{FF2B5EF4-FFF2-40B4-BE49-F238E27FC236}">
                  <a16:creationId xmlns:a16="http://schemas.microsoft.com/office/drawing/2014/main" id="{08E174ED-AF52-846F-18A1-F56ED1178F08}"/>
                </a:ext>
              </a:extLst>
            </p:cNvPr>
            <p:cNvSpPr txBox="1"/>
            <p:nvPr/>
          </p:nvSpPr>
          <p:spPr>
            <a:xfrm>
              <a:off x="6038522" y="1100174"/>
              <a:ext cx="3988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</a:t>
              </a:r>
            </a:p>
          </p:txBody>
        </p:sp>
        <p:sp>
          <p:nvSpPr>
            <p:cNvPr id="1488" name="TextBox 1487">
              <a:extLst>
                <a:ext uri="{FF2B5EF4-FFF2-40B4-BE49-F238E27FC236}">
                  <a16:creationId xmlns:a16="http://schemas.microsoft.com/office/drawing/2014/main" id="{B659932A-8911-1DCF-3673-1E4775DFE903}"/>
                </a:ext>
              </a:extLst>
            </p:cNvPr>
            <p:cNvSpPr txBox="1"/>
            <p:nvPr/>
          </p:nvSpPr>
          <p:spPr>
            <a:xfrm>
              <a:off x="6195203" y="1100174"/>
              <a:ext cx="3988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2</a:t>
              </a:r>
            </a:p>
          </p:txBody>
        </p:sp>
        <p:sp>
          <p:nvSpPr>
            <p:cNvPr id="1489" name="TextBox 1488">
              <a:extLst>
                <a:ext uri="{FF2B5EF4-FFF2-40B4-BE49-F238E27FC236}">
                  <a16:creationId xmlns:a16="http://schemas.microsoft.com/office/drawing/2014/main" id="{FF844721-5FDE-9D43-DDEE-23941F46B4C2}"/>
                </a:ext>
              </a:extLst>
            </p:cNvPr>
            <p:cNvSpPr txBox="1"/>
            <p:nvPr/>
          </p:nvSpPr>
          <p:spPr>
            <a:xfrm>
              <a:off x="5780169" y="970934"/>
              <a:ext cx="16352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1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차측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490" name="TextBox 1489">
              <a:extLst>
                <a:ext uri="{FF2B5EF4-FFF2-40B4-BE49-F238E27FC236}">
                  <a16:creationId xmlns:a16="http://schemas.microsoft.com/office/drawing/2014/main" id="{F058D60D-C45D-4EAC-D859-B86E691A5C9B}"/>
                </a:ext>
              </a:extLst>
            </p:cNvPr>
            <p:cNvSpPr txBox="1"/>
            <p:nvPr/>
          </p:nvSpPr>
          <p:spPr>
            <a:xfrm>
              <a:off x="5780168" y="1694448"/>
              <a:ext cx="16352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2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차측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cxnSp>
          <p:nvCxnSpPr>
            <p:cNvPr id="1491" name="직선 연결선 1490">
              <a:extLst>
                <a:ext uri="{FF2B5EF4-FFF2-40B4-BE49-F238E27FC236}">
                  <a16:creationId xmlns:a16="http://schemas.microsoft.com/office/drawing/2014/main" id="{65B3034A-F7D5-9296-FCAE-8B394CBF9DC0}"/>
                </a:ext>
              </a:extLst>
            </p:cNvPr>
            <p:cNvCxnSpPr>
              <a:cxnSpLocks/>
            </p:cNvCxnSpPr>
            <p:nvPr/>
          </p:nvCxnSpPr>
          <p:spPr>
            <a:xfrm>
              <a:off x="6455588" y="704850"/>
              <a:ext cx="0" cy="217415"/>
            </a:xfrm>
            <a:prstGeom prst="line">
              <a:avLst/>
            </a:prstGeom>
            <a:noFill/>
            <a:ln w="952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92" name="TextBox 1491">
              <a:extLst>
                <a:ext uri="{FF2B5EF4-FFF2-40B4-BE49-F238E27FC236}">
                  <a16:creationId xmlns:a16="http://schemas.microsoft.com/office/drawing/2014/main" id="{E6357F6F-C27B-C58A-782E-50945EA85B6D}"/>
                </a:ext>
              </a:extLst>
            </p:cNvPr>
            <p:cNvSpPr txBox="1"/>
            <p:nvPr/>
          </p:nvSpPr>
          <p:spPr>
            <a:xfrm>
              <a:off x="6341924" y="833064"/>
              <a:ext cx="76945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L3</a:t>
              </a:r>
            </a:p>
          </p:txBody>
        </p:sp>
        <p:sp>
          <p:nvSpPr>
            <p:cNvPr id="1493" name="TextBox 1492">
              <a:extLst>
                <a:ext uri="{FF2B5EF4-FFF2-40B4-BE49-F238E27FC236}">
                  <a16:creationId xmlns:a16="http://schemas.microsoft.com/office/drawing/2014/main" id="{137CD6BC-556D-17DB-2D14-36B0067FFD91}"/>
                </a:ext>
              </a:extLst>
            </p:cNvPr>
            <p:cNvSpPr txBox="1"/>
            <p:nvPr/>
          </p:nvSpPr>
          <p:spPr>
            <a:xfrm>
              <a:off x="6789522" y="833064"/>
              <a:ext cx="137553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전원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endParaRPr>
            </a:p>
          </p:txBody>
        </p:sp>
        <p:sp>
          <p:nvSpPr>
            <p:cNvPr id="1494" name="TextBox 1493">
              <a:extLst>
                <a:ext uri="{FF2B5EF4-FFF2-40B4-BE49-F238E27FC236}">
                  <a16:creationId xmlns:a16="http://schemas.microsoft.com/office/drawing/2014/main" id="{38660B76-B92D-F9E4-48DD-B53C4895C36B}"/>
                </a:ext>
              </a:extLst>
            </p:cNvPr>
            <p:cNvSpPr txBox="1"/>
            <p:nvPr/>
          </p:nvSpPr>
          <p:spPr>
            <a:xfrm>
              <a:off x="6518641" y="818775"/>
              <a:ext cx="36870" cy="957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a</a:t>
              </a:r>
            </a:p>
          </p:txBody>
        </p:sp>
        <p:sp>
          <p:nvSpPr>
            <p:cNvPr id="1495" name="TextBox 1494">
              <a:extLst>
                <a:ext uri="{FF2B5EF4-FFF2-40B4-BE49-F238E27FC236}">
                  <a16:creationId xmlns:a16="http://schemas.microsoft.com/office/drawing/2014/main" id="{486F6954-623B-42B2-408E-313AF5E6CC45}"/>
                </a:ext>
              </a:extLst>
            </p:cNvPr>
            <p:cNvSpPr txBox="1"/>
            <p:nvPr/>
          </p:nvSpPr>
          <p:spPr>
            <a:xfrm>
              <a:off x="6672918" y="818775"/>
              <a:ext cx="41678" cy="957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b</a:t>
              </a:r>
            </a:p>
          </p:txBody>
        </p:sp>
        <p:sp>
          <p:nvSpPr>
            <p:cNvPr id="1496" name="TextBox 1495">
              <a:extLst>
                <a:ext uri="{FF2B5EF4-FFF2-40B4-BE49-F238E27FC236}">
                  <a16:creationId xmlns:a16="http://schemas.microsoft.com/office/drawing/2014/main" id="{D80B86E4-C33F-4998-0FFD-45DD9A7C4D50}"/>
                </a:ext>
              </a:extLst>
            </p:cNvPr>
            <p:cNvSpPr txBox="1"/>
            <p:nvPr/>
          </p:nvSpPr>
          <p:spPr>
            <a:xfrm>
              <a:off x="6019993" y="833064"/>
              <a:ext cx="76944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L1</a:t>
              </a:r>
            </a:p>
          </p:txBody>
        </p:sp>
        <p:sp>
          <p:nvSpPr>
            <p:cNvPr id="1497" name="TextBox 1496">
              <a:extLst>
                <a:ext uri="{FF2B5EF4-FFF2-40B4-BE49-F238E27FC236}">
                  <a16:creationId xmlns:a16="http://schemas.microsoft.com/office/drawing/2014/main" id="{A2E1672C-120F-D93C-0F27-438391C3F3E1}"/>
                </a:ext>
              </a:extLst>
            </p:cNvPr>
            <p:cNvSpPr txBox="1"/>
            <p:nvPr/>
          </p:nvSpPr>
          <p:spPr>
            <a:xfrm>
              <a:off x="6176673" y="833064"/>
              <a:ext cx="76945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L2</a:t>
              </a:r>
            </a:p>
          </p:txBody>
        </p:sp>
        <p:cxnSp>
          <p:nvCxnSpPr>
            <p:cNvPr id="1498" name="직선 연결선 1497">
              <a:extLst>
                <a:ext uri="{FF2B5EF4-FFF2-40B4-BE49-F238E27FC236}">
                  <a16:creationId xmlns:a16="http://schemas.microsoft.com/office/drawing/2014/main" id="{D78B510C-EF54-0753-BA3B-E7EFA05BB926}"/>
                </a:ext>
              </a:extLst>
            </p:cNvPr>
            <p:cNvCxnSpPr>
              <a:cxnSpLocks/>
            </p:cNvCxnSpPr>
            <p:nvPr/>
          </p:nvCxnSpPr>
          <p:spPr>
            <a:xfrm>
              <a:off x="6455588" y="1778616"/>
              <a:ext cx="0" cy="145881"/>
            </a:xfrm>
            <a:prstGeom prst="line">
              <a:avLst/>
            </a:prstGeom>
            <a:noFill/>
            <a:ln w="952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99" name="TextBox 1498">
              <a:extLst>
                <a:ext uri="{FF2B5EF4-FFF2-40B4-BE49-F238E27FC236}">
                  <a16:creationId xmlns:a16="http://schemas.microsoft.com/office/drawing/2014/main" id="{CA5534D5-3426-57C9-4844-81444C20617E}"/>
                </a:ext>
              </a:extLst>
            </p:cNvPr>
            <p:cNvSpPr txBox="1"/>
            <p:nvPr/>
          </p:nvSpPr>
          <p:spPr>
            <a:xfrm>
              <a:off x="6341924" y="1835296"/>
              <a:ext cx="76945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W</a:t>
              </a:r>
            </a:p>
          </p:txBody>
        </p:sp>
        <p:sp>
          <p:nvSpPr>
            <p:cNvPr id="1500" name="TextBox 1499">
              <a:extLst>
                <a:ext uri="{FF2B5EF4-FFF2-40B4-BE49-F238E27FC236}">
                  <a16:creationId xmlns:a16="http://schemas.microsoft.com/office/drawing/2014/main" id="{B84734F8-947E-9AEC-C0FE-2F8819A1E437}"/>
                </a:ext>
              </a:extLst>
            </p:cNvPr>
            <p:cNvSpPr txBox="1"/>
            <p:nvPr/>
          </p:nvSpPr>
          <p:spPr>
            <a:xfrm>
              <a:off x="6789522" y="1835296"/>
              <a:ext cx="137553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전원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endParaRPr>
            </a:p>
          </p:txBody>
        </p:sp>
        <p:sp>
          <p:nvSpPr>
            <p:cNvPr id="1501" name="TextBox 1500">
              <a:extLst>
                <a:ext uri="{FF2B5EF4-FFF2-40B4-BE49-F238E27FC236}">
                  <a16:creationId xmlns:a16="http://schemas.microsoft.com/office/drawing/2014/main" id="{AF7907E5-AB25-F483-29D2-6198510C4B25}"/>
                </a:ext>
              </a:extLst>
            </p:cNvPr>
            <p:cNvSpPr txBox="1"/>
            <p:nvPr/>
          </p:nvSpPr>
          <p:spPr>
            <a:xfrm>
              <a:off x="6518641" y="1835296"/>
              <a:ext cx="36870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a</a:t>
              </a:r>
            </a:p>
          </p:txBody>
        </p:sp>
        <p:sp>
          <p:nvSpPr>
            <p:cNvPr id="1502" name="TextBox 1501">
              <a:extLst>
                <a:ext uri="{FF2B5EF4-FFF2-40B4-BE49-F238E27FC236}">
                  <a16:creationId xmlns:a16="http://schemas.microsoft.com/office/drawing/2014/main" id="{EC0611C7-02EB-2FE3-5220-C6CD55B6B8DA}"/>
                </a:ext>
              </a:extLst>
            </p:cNvPr>
            <p:cNvSpPr txBox="1"/>
            <p:nvPr/>
          </p:nvSpPr>
          <p:spPr>
            <a:xfrm>
              <a:off x="6672918" y="1835296"/>
              <a:ext cx="41678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b</a:t>
              </a:r>
            </a:p>
          </p:txBody>
        </p:sp>
        <p:sp>
          <p:nvSpPr>
            <p:cNvPr id="1503" name="TextBox 1502">
              <a:extLst>
                <a:ext uri="{FF2B5EF4-FFF2-40B4-BE49-F238E27FC236}">
                  <a16:creationId xmlns:a16="http://schemas.microsoft.com/office/drawing/2014/main" id="{5C7E4F0B-29FC-7747-0A20-690B1274F4AE}"/>
                </a:ext>
              </a:extLst>
            </p:cNvPr>
            <p:cNvSpPr txBox="1"/>
            <p:nvPr/>
          </p:nvSpPr>
          <p:spPr>
            <a:xfrm>
              <a:off x="6019993" y="1835296"/>
              <a:ext cx="76944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U</a:t>
              </a:r>
            </a:p>
          </p:txBody>
        </p:sp>
        <p:sp>
          <p:nvSpPr>
            <p:cNvPr id="1504" name="TextBox 1503">
              <a:extLst>
                <a:ext uri="{FF2B5EF4-FFF2-40B4-BE49-F238E27FC236}">
                  <a16:creationId xmlns:a16="http://schemas.microsoft.com/office/drawing/2014/main" id="{98A1DCC1-2AD2-680A-9ABB-1026D6C3388B}"/>
                </a:ext>
              </a:extLst>
            </p:cNvPr>
            <p:cNvSpPr txBox="1"/>
            <p:nvPr/>
          </p:nvSpPr>
          <p:spPr>
            <a:xfrm>
              <a:off x="6176673" y="1835296"/>
              <a:ext cx="76945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V</a:t>
              </a:r>
            </a:p>
          </p:txBody>
        </p:sp>
        <p:sp>
          <p:nvSpPr>
            <p:cNvPr id="1505" name="TextBox 1504">
              <a:extLst>
                <a:ext uri="{FF2B5EF4-FFF2-40B4-BE49-F238E27FC236}">
                  <a16:creationId xmlns:a16="http://schemas.microsoft.com/office/drawing/2014/main" id="{FD4E2DE2-9632-ECDD-407C-B9CE25840E19}"/>
                </a:ext>
              </a:extLst>
            </p:cNvPr>
            <p:cNvSpPr txBox="1"/>
            <p:nvPr/>
          </p:nvSpPr>
          <p:spPr>
            <a:xfrm>
              <a:off x="6151732" y="707376"/>
              <a:ext cx="185460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주회로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506" name="TextBox 1505">
              <a:extLst>
                <a:ext uri="{FF2B5EF4-FFF2-40B4-BE49-F238E27FC236}">
                  <a16:creationId xmlns:a16="http://schemas.microsoft.com/office/drawing/2014/main" id="{C2A5002D-9C5E-F377-A911-8FF8E0BB4293}"/>
                </a:ext>
              </a:extLst>
            </p:cNvPr>
            <p:cNvSpPr txBox="1"/>
            <p:nvPr/>
          </p:nvSpPr>
          <p:spPr>
            <a:xfrm>
              <a:off x="6555597" y="707376"/>
              <a:ext cx="247281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보조회로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</p:grpSp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450FD64A-6B27-AC79-2740-30790DBCD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760858"/>
              </p:ext>
            </p:extLst>
          </p:nvPr>
        </p:nvGraphicFramePr>
        <p:xfrm>
          <a:off x="130999" y="837589"/>
          <a:ext cx="3212994" cy="1357920"/>
        </p:xfrm>
        <a:graphic>
          <a:graphicData uri="http://schemas.openxmlformats.org/drawingml/2006/table">
            <a:tbl>
              <a:tblPr/>
              <a:tblGrid>
                <a:gridCol w="69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8371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1357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MCCB</a:t>
                      </a:r>
                      <a:endParaRPr lang="en-US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 50">
            <a:extLst>
              <a:ext uri="{FF2B5EF4-FFF2-40B4-BE49-F238E27FC236}">
                <a16:creationId xmlns:a16="http://schemas.microsoft.com/office/drawing/2014/main" id="{D138F221-0F80-04B6-01AC-68BDA2073412}"/>
              </a:ext>
            </a:extLst>
          </p:cNvPr>
          <p:cNvSpPr/>
          <p:nvPr/>
        </p:nvSpPr>
        <p:spPr>
          <a:xfrm>
            <a:off x="963022" y="876288"/>
            <a:ext cx="15628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L1, L2, L3     U, V, 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42A3279-0A21-8F78-3649-F1649284772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4F4F4"/>
              </a:clrFrom>
              <a:clrTo>
                <a:srgbClr val="F4F4F4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9797" y="1088078"/>
            <a:ext cx="798197" cy="1075830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251AC76-B55C-401B-3700-E45F0B2A24B8}"/>
              </a:ext>
            </a:extLst>
          </p:cNvPr>
          <p:cNvSpPr/>
          <p:nvPr/>
        </p:nvSpPr>
        <p:spPr>
          <a:xfrm>
            <a:off x="224726" y="743558"/>
            <a:ext cx="665074" cy="1880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일체형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FBE8106-2537-4378-7317-9E4284B997B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108"/>
          <a:stretch>
            <a:fillRect/>
          </a:stretch>
        </p:blipFill>
        <p:spPr>
          <a:xfrm>
            <a:off x="2176494" y="968440"/>
            <a:ext cx="1037289" cy="1077913"/>
          </a:xfrm>
          <a:prstGeom prst="rect">
            <a:avLst/>
          </a:prstGeom>
        </p:spPr>
      </p:pic>
      <p:sp>
        <p:nvSpPr>
          <p:cNvPr id="896" name="자유형: 도형 895">
            <a:extLst>
              <a:ext uri="{FF2B5EF4-FFF2-40B4-BE49-F238E27FC236}">
                <a16:creationId xmlns:a16="http://schemas.microsoft.com/office/drawing/2014/main" id="{72105E16-9FDC-4716-A1A4-4D37E8D3D879}"/>
              </a:ext>
            </a:extLst>
          </p:cNvPr>
          <p:cNvSpPr/>
          <p:nvPr/>
        </p:nvSpPr>
        <p:spPr>
          <a:xfrm>
            <a:off x="2030278" y="4417017"/>
            <a:ext cx="286719" cy="54244"/>
          </a:xfrm>
          <a:custGeom>
            <a:avLst/>
            <a:gdLst>
              <a:gd name="csX0" fmla="*/ 0 w 286719"/>
              <a:gd name="csY0" fmla="*/ 0 h 54244"/>
              <a:gd name="csX1" fmla="*/ 0 w 286719"/>
              <a:gd name="csY1" fmla="*/ 54244 h 54244"/>
              <a:gd name="csX2" fmla="*/ 286719 w 286719"/>
              <a:gd name="csY2" fmla="*/ 54244 h 54244"/>
              <a:gd name="csX3" fmla="*/ 286719 w 286719"/>
              <a:gd name="csY3" fmla="*/ 0 h 54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6719" h="54244">
                <a:moveTo>
                  <a:pt x="0" y="0"/>
                </a:moveTo>
                <a:lnTo>
                  <a:pt x="0" y="54244"/>
                </a:lnTo>
                <a:lnTo>
                  <a:pt x="286719" y="54244"/>
                </a:lnTo>
                <a:lnTo>
                  <a:pt x="286719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36" name="그룹 935">
            <a:extLst>
              <a:ext uri="{FF2B5EF4-FFF2-40B4-BE49-F238E27FC236}">
                <a16:creationId xmlns:a16="http://schemas.microsoft.com/office/drawing/2014/main" id="{AD12FFEF-87EA-1C7D-B851-3164798B9C49}"/>
              </a:ext>
            </a:extLst>
          </p:cNvPr>
          <p:cNvGrpSpPr/>
          <p:nvPr/>
        </p:nvGrpSpPr>
        <p:grpSpPr>
          <a:xfrm>
            <a:off x="3235865" y="2417266"/>
            <a:ext cx="1523581" cy="2047255"/>
            <a:chOff x="3235865" y="2417266"/>
            <a:chExt cx="1523581" cy="2047255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0488EE22-7E13-7968-AEF6-1E13739F4B28}"/>
                </a:ext>
              </a:extLst>
            </p:cNvPr>
            <p:cNvGrpSpPr/>
            <p:nvPr/>
          </p:nvGrpSpPr>
          <p:grpSpPr>
            <a:xfrm>
              <a:off x="3276316" y="2878880"/>
              <a:ext cx="89711" cy="437700"/>
              <a:chOff x="3451266" y="2700652"/>
              <a:chExt cx="89711" cy="437700"/>
            </a:xfrm>
          </p:grpSpPr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804BDE3B-B5F9-3706-47AF-D841B45939CA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25" name="타원 24">
                  <a:extLst>
                    <a:ext uri="{FF2B5EF4-FFF2-40B4-BE49-F238E27FC236}">
                      <a16:creationId xmlns:a16="http://schemas.microsoft.com/office/drawing/2014/main" id="{FD140782-E7CC-D53E-4117-706CB17F12D3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26" name="직선 연결선 25">
                  <a:extLst>
                    <a:ext uri="{FF2B5EF4-FFF2-40B4-BE49-F238E27FC236}">
                      <a16:creationId xmlns:a16="http://schemas.microsoft.com/office/drawing/2014/main" id="{E3F2CD26-3FF5-65E3-B0B4-27F180E06B8C}"/>
                    </a:ext>
                  </a:extLst>
                </p:cNvPr>
                <p:cNvCxnSpPr>
                  <a:cxnSpLocks/>
                  <a:stCxn id="28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638F7584-C31C-F848-BF94-45ED0A1BB554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B25A4C72-FBFC-9E10-D79C-C9008C64ACFC}"/>
                </a:ext>
              </a:extLst>
            </p:cNvPr>
            <p:cNvGrpSpPr/>
            <p:nvPr/>
          </p:nvGrpSpPr>
          <p:grpSpPr>
            <a:xfrm>
              <a:off x="3539788" y="2878880"/>
              <a:ext cx="89711" cy="437700"/>
              <a:chOff x="3451266" y="2700652"/>
              <a:chExt cx="89711" cy="437700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BA538A31-E00C-A965-0AF1-D27CE7C7AE18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44" name="타원 43">
                  <a:extLst>
                    <a:ext uri="{FF2B5EF4-FFF2-40B4-BE49-F238E27FC236}">
                      <a16:creationId xmlns:a16="http://schemas.microsoft.com/office/drawing/2014/main" id="{1A7491DD-0849-E0F6-5179-CB799F0CCE58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45" name="직선 연결선 44">
                  <a:extLst>
                    <a:ext uri="{FF2B5EF4-FFF2-40B4-BE49-F238E27FC236}">
                      <a16:creationId xmlns:a16="http://schemas.microsoft.com/office/drawing/2014/main" id="{BB378C4B-5490-6136-0D2C-B8D8F2B8AEEB}"/>
                    </a:ext>
                  </a:extLst>
                </p:cNvPr>
                <p:cNvCxnSpPr>
                  <a:cxnSpLocks/>
                  <a:stCxn id="43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E50D3D81-D5F7-E39D-D21A-8E483ECB411C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B680492D-2F8F-63F0-59FC-657222D1640F}"/>
                </a:ext>
              </a:extLst>
            </p:cNvPr>
            <p:cNvGrpSpPr/>
            <p:nvPr/>
          </p:nvGrpSpPr>
          <p:grpSpPr>
            <a:xfrm>
              <a:off x="3803260" y="2878880"/>
              <a:ext cx="89711" cy="437700"/>
              <a:chOff x="3451266" y="2700652"/>
              <a:chExt cx="89711" cy="437700"/>
            </a:xfrm>
          </p:grpSpPr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0FCA0A68-567A-6F1C-8F33-5D8DCC4E8005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56" name="타원 55">
                  <a:extLst>
                    <a:ext uri="{FF2B5EF4-FFF2-40B4-BE49-F238E27FC236}">
                      <a16:creationId xmlns:a16="http://schemas.microsoft.com/office/drawing/2014/main" id="{083EA8E7-3D43-7541-D833-783950743372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57" name="직선 연결선 56">
                  <a:extLst>
                    <a:ext uri="{FF2B5EF4-FFF2-40B4-BE49-F238E27FC236}">
                      <a16:creationId xmlns:a16="http://schemas.microsoft.com/office/drawing/2014/main" id="{BEE1CFCB-185E-9657-D02D-465753704D45}"/>
                    </a:ext>
                  </a:extLst>
                </p:cNvPr>
                <p:cNvCxnSpPr>
                  <a:cxnSpLocks/>
                  <a:stCxn id="55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D70FCA25-79EC-34B9-C257-654DEFA549B2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1ADB77C1-BB62-89D5-652B-ACCC6127809E}"/>
                </a:ext>
              </a:extLst>
            </p:cNvPr>
            <p:cNvGrpSpPr/>
            <p:nvPr/>
          </p:nvGrpSpPr>
          <p:grpSpPr>
            <a:xfrm>
              <a:off x="4066732" y="2878880"/>
              <a:ext cx="89711" cy="437700"/>
              <a:chOff x="3451266" y="2700652"/>
              <a:chExt cx="89711" cy="437700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87966AFA-B6A1-E973-5F0A-DB7A704325E3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72" name="타원 71">
                  <a:extLst>
                    <a:ext uri="{FF2B5EF4-FFF2-40B4-BE49-F238E27FC236}">
                      <a16:creationId xmlns:a16="http://schemas.microsoft.com/office/drawing/2014/main" id="{E46E5BEE-1821-7E28-C644-CADE8A52F081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D7CFABF1-1C37-DC59-73E2-DDB09D746C31}"/>
                    </a:ext>
                  </a:extLst>
                </p:cNvPr>
                <p:cNvCxnSpPr>
                  <a:cxnSpLocks/>
                  <a:stCxn id="68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68" name="타원 67">
                <a:extLst>
                  <a:ext uri="{FF2B5EF4-FFF2-40B4-BE49-F238E27FC236}">
                    <a16:creationId xmlns:a16="http://schemas.microsoft.com/office/drawing/2014/main" id="{AFD1FC42-8774-0C4E-52C2-48BADC6B0C2E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E48DC37D-3CF1-B9A2-C01F-937BB0EA4E34}"/>
                </a:ext>
              </a:extLst>
            </p:cNvPr>
            <p:cNvGrpSpPr/>
            <p:nvPr/>
          </p:nvGrpSpPr>
          <p:grpSpPr>
            <a:xfrm>
              <a:off x="4330204" y="2878880"/>
              <a:ext cx="89711" cy="437700"/>
              <a:chOff x="3451266" y="2700652"/>
              <a:chExt cx="89711" cy="437700"/>
            </a:xfrm>
          </p:grpSpPr>
          <p:grpSp>
            <p:nvGrpSpPr>
              <p:cNvPr id="75" name="그룹 74">
                <a:extLst>
                  <a:ext uri="{FF2B5EF4-FFF2-40B4-BE49-F238E27FC236}">
                    <a16:creationId xmlns:a16="http://schemas.microsoft.com/office/drawing/2014/main" id="{6BE569AC-8CB9-5698-01E3-2A2FDDF27989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600BB7A1-8437-5F66-4C8C-B360D2AA68B6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711484AC-A1DE-FCCC-514F-6D1EA2512466}"/>
                    </a:ext>
                  </a:extLst>
                </p:cNvPr>
                <p:cNvCxnSpPr>
                  <a:cxnSpLocks/>
                  <a:stCxn id="76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76" name="타원 75">
                <a:extLst>
                  <a:ext uri="{FF2B5EF4-FFF2-40B4-BE49-F238E27FC236}">
                    <a16:creationId xmlns:a16="http://schemas.microsoft.com/office/drawing/2014/main" id="{A9390009-01FC-A0CF-37D7-5D26EAE999E8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ADC90E8E-CCCE-D801-D4D4-E3CEF440928F}"/>
                </a:ext>
              </a:extLst>
            </p:cNvPr>
            <p:cNvGrpSpPr/>
            <p:nvPr/>
          </p:nvGrpSpPr>
          <p:grpSpPr>
            <a:xfrm>
              <a:off x="4593674" y="2878880"/>
              <a:ext cx="89711" cy="437700"/>
              <a:chOff x="3451266" y="2700652"/>
              <a:chExt cx="89711" cy="437700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21E8DF82-700A-DCC9-EAC6-35712115E0D7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EB044000-79A7-111C-4349-54F953A03FF8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9EE906F7-64A1-0C99-E9C4-77807127B481}"/>
                    </a:ext>
                  </a:extLst>
                </p:cNvPr>
                <p:cNvCxnSpPr>
                  <a:cxnSpLocks/>
                  <a:stCxn id="83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83" name="타원 82">
                <a:extLst>
                  <a:ext uri="{FF2B5EF4-FFF2-40B4-BE49-F238E27FC236}">
                    <a16:creationId xmlns:a16="http://schemas.microsoft.com/office/drawing/2014/main" id="{E5F6FF6A-9FE3-03A3-8BE8-3BEA32B8287A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1D5AB263-AD09-C3C8-A8AC-56A12E325699}"/>
                </a:ext>
              </a:extLst>
            </p:cNvPr>
            <p:cNvGrpSpPr/>
            <p:nvPr/>
          </p:nvGrpSpPr>
          <p:grpSpPr>
            <a:xfrm>
              <a:off x="3276316" y="3733079"/>
              <a:ext cx="89711" cy="437700"/>
              <a:chOff x="3451266" y="2700652"/>
              <a:chExt cx="89711" cy="437700"/>
            </a:xfrm>
          </p:grpSpPr>
          <p:grpSp>
            <p:nvGrpSpPr>
              <p:cNvPr id="141" name="그룹 140">
                <a:extLst>
                  <a:ext uri="{FF2B5EF4-FFF2-40B4-BE49-F238E27FC236}">
                    <a16:creationId xmlns:a16="http://schemas.microsoft.com/office/drawing/2014/main" id="{7EFC5537-44FD-8088-4B0E-6716592FEA44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158" name="타원 157">
                  <a:extLst>
                    <a:ext uri="{FF2B5EF4-FFF2-40B4-BE49-F238E27FC236}">
                      <a16:creationId xmlns:a16="http://schemas.microsoft.com/office/drawing/2014/main" id="{B032B209-C806-8487-250F-B84B0EBDAB97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64" name="직선 연결선 163">
                  <a:extLst>
                    <a:ext uri="{FF2B5EF4-FFF2-40B4-BE49-F238E27FC236}">
                      <a16:creationId xmlns:a16="http://schemas.microsoft.com/office/drawing/2014/main" id="{A0CBB3F8-FCC0-9205-C076-A7A69F9EE015}"/>
                    </a:ext>
                  </a:extLst>
                </p:cNvPr>
                <p:cNvCxnSpPr>
                  <a:cxnSpLocks/>
                  <a:stCxn id="143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143" name="타원 142">
                <a:extLst>
                  <a:ext uri="{FF2B5EF4-FFF2-40B4-BE49-F238E27FC236}">
                    <a16:creationId xmlns:a16="http://schemas.microsoft.com/office/drawing/2014/main" id="{DD4CEF39-133D-2957-13EB-439A2907F56B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67" name="그룹 166">
              <a:extLst>
                <a:ext uri="{FF2B5EF4-FFF2-40B4-BE49-F238E27FC236}">
                  <a16:creationId xmlns:a16="http://schemas.microsoft.com/office/drawing/2014/main" id="{398AD45E-97CA-CF90-C6DB-74E44E8284A5}"/>
                </a:ext>
              </a:extLst>
            </p:cNvPr>
            <p:cNvGrpSpPr/>
            <p:nvPr/>
          </p:nvGrpSpPr>
          <p:grpSpPr>
            <a:xfrm>
              <a:off x="3539788" y="3733079"/>
              <a:ext cx="89711" cy="437700"/>
              <a:chOff x="3451266" y="2700652"/>
              <a:chExt cx="89711" cy="437700"/>
            </a:xfrm>
          </p:grpSpPr>
          <p:grpSp>
            <p:nvGrpSpPr>
              <p:cNvPr id="168" name="그룹 167">
                <a:extLst>
                  <a:ext uri="{FF2B5EF4-FFF2-40B4-BE49-F238E27FC236}">
                    <a16:creationId xmlns:a16="http://schemas.microsoft.com/office/drawing/2014/main" id="{5C3FE584-BEB6-B929-FB22-9F4D87ED9DD0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170" name="타원 169">
                  <a:extLst>
                    <a:ext uri="{FF2B5EF4-FFF2-40B4-BE49-F238E27FC236}">
                      <a16:creationId xmlns:a16="http://schemas.microsoft.com/office/drawing/2014/main" id="{16F8E705-8D8B-AF23-DEF6-90790A37E91E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71" name="직선 연결선 170">
                  <a:extLst>
                    <a:ext uri="{FF2B5EF4-FFF2-40B4-BE49-F238E27FC236}">
                      <a16:creationId xmlns:a16="http://schemas.microsoft.com/office/drawing/2014/main" id="{FAE32DCC-C442-27C4-0327-3392F59BE6BE}"/>
                    </a:ext>
                  </a:extLst>
                </p:cNvPr>
                <p:cNvCxnSpPr>
                  <a:cxnSpLocks/>
                  <a:stCxn id="169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169" name="타원 168">
                <a:extLst>
                  <a:ext uri="{FF2B5EF4-FFF2-40B4-BE49-F238E27FC236}">
                    <a16:creationId xmlns:a16="http://schemas.microsoft.com/office/drawing/2014/main" id="{3723B468-12A4-F71D-0E2F-4C599339C1A2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72" name="그룹 171">
              <a:extLst>
                <a:ext uri="{FF2B5EF4-FFF2-40B4-BE49-F238E27FC236}">
                  <a16:creationId xmlns:a16="http://schemas.microsoft.com/office/drawing/2014/main" id="{AEE41157-674D-BD60-1B7C-8428957FD8D7}"/>
                </a:ext>
              </a:extLst>
            </p:cNvPr>
            <p:cNvGrpSpPr/>
            <p:nvPr/>
          </p:nvGrpSpPr>
          <p:grpSpPr>
            <a:xfrm>
              <a:off x="3803260" y="3733079"/>
              <a:ext cx="89711" cy="437700"/>
              <a:chOff x="3451266" y="2700652"/>
              <a:chExt cx="89711" cy="437700"/>
            </a:xfrm>
          </p:grpSpPr>
          <p:grpSp>
            <p:nvGrpSpPr>
              <p:cNvPr id="173" name="그룹 172">
                <a:extLst>
                  <a:ext uri="{FF2B5EF4-FFF2-40B4-BE49-F238E27FC236}">
                    <a16:creationId xmlns:a16="http://schemas.microsoft.com/office/drawing/2014/main" id="{75EAACDF-56F3-94AD-1819-9F155D1BB964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175" name="타원 174">
                  <a:extLst>
                    <a:ext uri="{FF2B5EF4-FFF2-40B4-BE49-F238E27FC236}">
                      <a16:creationId xmlns:a16="http://schemas.microsoft.com/office/drawing/2014/main" id="{CFBC6AB6-0A4A-D241-01AA-C52B79BB9736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76" name="직선 연결선 175">
                  <a:extLst>
                    <a:ext uri="{FF2B5EF4-FFF2-40B4-BE49-F238E27FC236}">
                      <a16:creationId xmlns:a16="http://schemas.microsoft.com/office/drawing/2014/main" id="{4F8DAF34-12D2-CF79-977E-7FCD156E5E5F}"/>
                    </a:ext>
                  </a:extLst>
                </p:cNvPr>
                <p:cNvCxnSpPr>
                  <a:cxnSpLocks/>
                  <a:stCxn id="174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174" name="타원 173">
                <a:extLst>
                  <a:ext uri="{FF2B5EF4-FFF2-40B4-BE49-F238E27FC236}">
                    <a16:creationId xmlns:a16="http://schemas.microsoft.com/office/drawing/2014/main" id="{CBE3E06B-1237-8892-440F-BDA5EE0564EA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8D3F6E29-2EDB-981F-ACDA-812012D3904B}"/>
                </a:ext>
              </a:extLst>
            </p:cNvPr>
            <p:cNvGrpSpPr/>
            <p:nvPr/>
          </p:nvGrpSpPr>
          <p:grpSpPr>
            <a:xfrm>
              <a:off x="4066732" y="3733079"/>
              <a:ext cx="89711" cy="437700"/>
              <a:chOff x="3451266" y="2700652"/>
              <a:chExt cx="89711" cy="437700"/>
            </a:xfrm>
          </p:grpSpPr>
          <p:grpSp>
            <p:nvGrpSpPr>
              <p:cNvPr id="178" name="그룹 177">
                <a:extLst>
                  <a:ext uri="{FF2B5EF4-FFF2-40B4-BE49-F238E27FC236}">
                    <a16:creationId xmlns:a16="http://schemas.microsoft.com/office/drawing/2014/main" id="{3A67FFD0-3C6B-854D-8EDA-B08A8C2A9109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180" name="타원 179">
                  <a:extLst>
                    <a:ext uri="{FF2B5EF4-FFF2-40B4-BE49-F238E27FC236}">
                      <a16:creationId xmlns:a16="http://schemas.microsoft.com/office/drawing/2014/main" id="{8023E6A1-1FDD-DEB0-0844-64956ADF6BCA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81" name="직선 연결선 180">
                  <a:extLst>
                    <a:ext uri="{FF2B5EF4-FFF2-40B4-BE49-F238E27FC236}">
                      <a16:creationId xmlns:a16="http://schemas.microsoft.com/office/drawing/2014/main" id="{518FF6EE-38B5-DD6E-89C4-1DB35C848642}"/>
                    </a:ext>
                  </a:extLst>
                </p:cNvPr>
                <p:cNvCxnSpPr>
                  <a:cxnSpLocks/>
                  <a:stCxn id="179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52FF5C71-91DB-EFBB-3FE5-2A34F76B1BA5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23950BF9-036B-6806-81DB-79FDF1E405FD}"/>
                </a:ext>
              </a:extLst>
            </p:cNvPr>
            <p:cNvGrpSpPr/>
            <p:nvPr/>
          </p:nvGrpSpPr>
          <p:grpSpPr>
            <a:xfrm>
              <a:off x="4330204" y="3733079"/>
              <a:ext cx="89711" cy="437700"/>
              <a:chOff x="3451266" y="2700652"/>
              <a:chExt cx="89711" cy="437700"/>
            </a:xfrm>
          </p:grpSpPr>
          <p:grpSp>
            <p:nvGrpSpPr>
              <p:cNvPr id="183" name="그룹 182">
                <a:extLst>
                  <a:ext uri="{FF2B5EF4-FFF2-40B4-BE49-F238E27FC236}">
                    <a16:creationId xmlns:a16="http://schemas.microsoft.com/office/drawing/2014/main" id="{F3C436E9-E450-FBDD-8DB2-2A2E3CD86438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185" name="타원 184">
                  <a:extLst>
                    <a:ext uri="{FF2B5EF4-FFF2-40B4-BE49-F238E27FC236}">
                      <a16:creationId xmlns:a16="http://schemas.microsoft.com/office/drawing/2014/main" id="{FBD483B3-AB8E-7490-83AE-3C784EACB3A7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86" name="직선 연결선 185">
                  <a:extLst>
                    <a:ext uri="{FF2B5EF4-FFF2-40B4-BE49-F238E27FC236}">
                      <a16:creationId xmlns:a16="http://schemas.microsoft.com/office/drawing/2014/main" id="{B130F908-3F3B-882E-F190-A0D5E8AA9BCC}"/>
                    </a:ext>
                  </a:extLst>
                </p:cNvPr>
                <p:cNvCxnSpPr>
                  <a:cxnSpLocks/>
                  <a:stCxn id="184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184" name="타원 183">
                <a:extLst>
                  <a:ext uri="{FF2B5EF4-FFF2-40B4-BE49-F238E27FC236}">
                    <a16:creationId xmlns:a16="http://schemas.microsoft.com/office/drawing/2014/main" id="{94DFECFD-75C4-DDA9-10EC-B29602CF6AB7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87" name="그룹 186">
              <a:extLst>
                <a:ext uri="{FF2B5EF4-FFF2-40B4-BE49-F238E27FC236}">
                  <a16:creationId xmlns:a16="http://schemas.microsoft.com/office/drawing/2014/main" id="{8734FE06-DA52-63D4-33BD-F60EAE1BEAEC}"/>
                </a:ext>
              </a:extLst>
            </p:cNvPr>
            <p:cNvGrpSpPr/>
            <p:nvPr/>
          </p:nvGrpSpPr>
          <p:grpSpPr>
            <a:xfrm>
              <a:off x="4593674" y="3733079"/>
              <a:ext cx="89711" cy="437700"/>
              <a:chOff x="3451266" y="2700652"/>
              <a:chExt cx="89711" cy="437700"/>
            </a:xfrm>
          </p:grpSpPr>
          <p:grpSp>
            <p:nvGrpSpPr>
              <p:cNvPr id="188" name="그룹 187">
                <a:extLst>
                  <a:ext uri="{FF2B5EF4-FFF2-40B4-BE49-F238E27FC236}">
                    <a16:creationId xmlns:a16="http://schemas.microsoft.com/office/drawing/2014/main" id="{C2D9CA93-DB98-EF28-48E0-FF859CA79A9E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190" name="타원 189">
                  <a:extLst>
                    <a:ext uri="{FF2B5EF4-FFF2-40B4-BE49-F238E27FC236}">
                      <a16:creationId xmlns:a16="http://schemas.microsoft.com/office/drawing/2014/main" id="{D8D23E4F-2A98-861E-EA62-185F4474BED2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91" name="직선 연결선 190">
                  <a:extLst>
                    <a:ext uri="{FF2B5EF4-FFF2-40B4-BE49-F238E27FC236}">
                      <a16:creationId xmlns:a16="http://schemas.microsoft.com/office/drawing/2014/main" id="{048A0615-3845-0077-2DBB-4B4FCF326E28}"/>
                    </a:ext>
                  </a:extLst>
                </p:cNvPr>
                <p:cNvCxnSpPr>
                  <a:cxnSpLocks/>
                  <a:stCxn id="189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5425F00D-8736-20DC-9D20-1033628A6D8A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897" name="TextBox 896">
              <a:extLst>
                <a:ext uri="{FF2B5EF4-FFF2-40B4-BE49-F238E27FC236}">
                  <a16:creationId xmlns:a16="http://schemas.microsoft.com/office/drawing/2014/main" id="{E91512B3-D10D-EA49-D443-EB1011DFB62C}"/>
                </a:ext>
              </a:extLst>
            </p:cNvPr>
            <p:cNvSpPr txBox="1"/>
            <p:nvPr/>
          </p:nvSpPr>
          <p:spPr>
            <a:xfrm>
              <a:off x="3806548" y="2604785"/>
              <a:ext cx="12876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L3</a:t>
              </a:r>
            </a:p>
          </p:txBody>
        </p:sp>
        <p:sp>
          <p:nvSpPr>
            <p:cNvPr id="898" name="TextBox 897">
              <a:extLst>
                <a:ext uri="{FF2B5EF4-FFF2-40B4-BE49-F238E27FC236}">
                  <a16:creationId xmlns:a16="http://schemas.microsoft.com/office/drawing/2014/main" id="{21724756-8983-7601-BCC4-A5BF57FAADF0}"/>
                </a:ext>
              </a:extLst>
            </p:cNvPr>
            <p:cNvSpPr txBox="1"/>
            <p:nvPr/>
          </p:nvSpPr>
          <p:spPr>
            <a:xfrm>
              <a:off x="4555575" y="2604785"/>
              <a:ext cx="203871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A1</a:t>
              </a:r>
            </a:p>
          </p:txBody>
        </p:sp>
        <p:sp>
          <p:nvSpPr>
            <p:cNvPr id="899" name="TextBox 898">
              <a:extLst>
                <a:ext uri="{FF2B5EF4-FFF2-40B4-BE49-F238E27FC236}">
                  <a16:creationId xmlns:a16="http://schemas.microsoft.com/office/drawing/2014/main" id="{C102DE54-DF0D-8188-AF7D-1750211DFE01}"/>
                </a:ext>
              </a:extLst>
            </p:cNvPr>
            <p:cNvSpPr txBox="1"/>
            <p:nvPr/>
          </p:nvSpPr>
          <p:spPr>
            <a:xfrm>
              <a:off x="4102273" y="2583532"/>
              <a:ext cx="617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b</a:t>
              </a:r>
            </a:p>
          </p:txBody>
        </p:sp>
        <p:sp>
          <p:nvSpPr>
            <p:cNvPr id="900" name="TextBox 899">
              <a:extLst>
                <a:ext uri="{FF2B5EF4-FFF2-40B4-BE49-F238E27FC236}">
                  <a16:creationId xmlns:a16="http://schemas.microsoft.com/office/drawing/2014/main" id="{D1DEF54E-45CA-C52F-8CDB-7A785F489BF1}"/>
                </a:ext>
              </a:extLst>
            </p:cNvPr>
            <p:cNvSpPr txBox="1"/>
            <p:nvPr/>
          </p:nvSpPr>
          <p:spPr>
            <a:xfrm>
              <a:off x="4360445" y="2583532"/>
              <a:ext cx="6974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a</a:t>
              </a:r>
            </a:p>
          </p:txBody>
        </p:sp>
        <p:sp>
          <p:nvSpPr>
            <p:cNvPr id="901" name="TextBox 900">
              <a:extLst>
                <a:ext uri="{FF2B5EF4-FFF2-40B4-BE49-F238E27FC236}">
                  <a16:creationId xmlns:a16="http://schemas.microsoft.com/office/drawing/2014/main" id="{8F125245-6FA3-7A01-2F15-0F8F380B7295}"/>
                </a:ext>
              </a:extLst>
            </p:cNvPr>
            <p:cNvSpPr txBox="1"/>
            <p:nvPr/>
          </p:nvSpPr>
          <p:spPr>
            <a:xfrm>
              <a:off x="3267817" y="2604785"/>
              <a:ext cx="128761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L1</a:t>
              </a:r>
            </a:p>
          </p:txBody>
        </p:sp>
        <p:sp>
          <p:nvSpPr>
            <p:cNvPr id="902" name="TextBox 901">
              <a:extLst>
                <a:ext uri="{FF2B5EF4-FFF2-40B4-BE49-F238E27FC236}">
                  <a16:creationId xmlns:a16="http://schemas.microsoft.com/office/drawing/2014/main" id="{461BB6B5-57B4-111F-FAB9-90C5DDFC385A}"/>
                </a:ext>
              </a:extLst>
            </p:cNvPr>
            <p:cNvSpPr txBox="1"/>
            <p:nvPr/>
          </p:nvSpPr>
          <p:spPr>
            <a:xfrm>
              <a:off x="3530011" y="2604785"/>
              <a:ext cx="12876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L2</a:t>
              </a:r>
            </a:p>
          </p:txBody>
        </p:sp>
        <p:sp>
          <p:nvSpPr>
            <p:cNvPr id="903" name="TextBox 902">
              <a:extLst>
                <a:ext uri="{FF2B5EF4-FFF2-40B4-BE49-F238E27FC236}">
                  <a16:creationId xmlns:a16="http://schemas.microsoft.com/office/drawing/2014/main" id="{F91D16E6-B5F7-D9DF-A3D9-B2BDAD2D0D2B}"/>
                </a:ext>
              </a:extLst>
            </p:cNvPr>
            <p:cNvSpPr txBox="1"/>
            <p:nvPr/>
          </p:nvSpPr>
          <p:spPr>
            <a:xfrm>
              <a:off x="3774596" y="4326022"/>
              <a:ext cx="12876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W</a:t>
              </a:r>
            </a:p>
          </p:txBody>
        </p:sp>
        <p:sp>
          <p:nvSpPr>
            <p:cNvPr id="904" name="TextBox 903">
              <a:extLst>
                <a:ext uri="{FF2B5EF4-FFF2-40B4-BE49-F238E27FC236}">
                  <a16:creationId xmlns:a16="http://schemas.microsoft.com/office/drawing/2014/main" id="{B8514603-1F7B-C0A8-1FB8-BF483BDDC42A}"/>
                </a:ext>
              </a:extLst>
            </p:cNvPr>
            <p:cNvSpPr txBox="1"/>
            <p:nvPr/>
          </p:nvSpPr>
          <p:spPr>
            <a:xfrm>
              <a:off x="4523623" y="4326022"/>
              <a:ext cx="203871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A2</a:t>
              </a:r>
            </a:p>
          </p:txBody>
        </p:sp>
        <p:sp>
          <p:nvSpPr>
            <p:cNvPr id="905" name="TextBox 904">
              <a:extLst>
                <a:ext uri="{FF2B5EF4-FFF2-40B4-BE49-F238E27FC236}">
                  <a16:creationId xmlns:a16="http://schemas.microsoft.com/office/drawing/2014/main" id="{107BF01B-F576-7DF5-F1A5-792429809CD6}"/>
                </a:ext>
              </a:extLst>
            </p:cNvPr>
            <p:cNvSpPr txBox="1"/>
            <p:nvPr/>
          </p:nvSpPr>
          <p:spPr>
            <a:xfrm>
              <a:off x="4070321" y="4326022"/>
              <a:ext cx="6170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c</a:t>
              </a:r>
            </a:p>
          </p:txBody>
        </p:sp>
        <p:sp>
          <p:nvSpPr>
            <p:cNvPr id="906" name="TextBox 905">
              <a:extLst>
                <a:ext uri="{FF2B5EF4-FFF2-40B4-BE49-F238E27FC236}">
                  <a16:creationId xmlns:a16="http://schemas.microsoft.com/office/drawing/2014/main" id="{25DC97A1-B320-1A95-D4E3-633D760DFDBD}"/>
                </a:ext>
              </a:extLst>
            </p:cNvPr>
            <p:cNvSpPr txBox="1"/>
            <p:nvPr/>
          </p:nvSpPr>
          <p:spPr>
            <a:xfrm>
              <a:off x="4328493" y="4326022"/>
              <a:ext cx="69745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c</a:t>
              </a:r>
            </a:p>
          </p:txBody>
        </p:sp>
        <p:sp>
          <p:nvSpPr>
            <p:cNvPr id="907" name="TextBox 906">
              <a:extLst>
                <a:ext uri="{FF2B5EF4-FFF2-40B4-BE49-F238E27FC236}">
                  <a16:creationId xmlns:a16="http://schemas.microsoft.com/office/drawing/2014/main" id="{44E2C32E-9ED3-747D-BB5C-AD88E7D24C22}"/>
                </a:ext>
              </a:extLst>
            </p:cNvPr>
            <p:cNvSpPr txBox="1"/>
            <p:nvPr/>
          </p:nvSpPr>
          <p:spPr>
            <a:xfrm>
              <a:off x="3235865" y="4326022"/>
              <a:ext cx="128761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U</a:t>
              </a:r>
            </a:p>
          </p:txBody>
        </p:sp>
        <p:sp>
          <p:nvSpPr>
            <p:cNvPr id="908" name="TextBox 907">
              <a:extLst>
                <a:ext uri="{FF2B5EF4-FFF2-40B4-BE49-F238E27FC236}">
                  <a16:creationId xmlns:a16="http://schemas.microsoft.com/office/drawing/2014/main" id="{8C69B73D-55F8-B9D2-4A25-F4EA62FA8C02}"/>
                </a:ext>
              </a:extLst>
            </p:cNvPr>
            <p:cNvSpPr txBox="1"/>
            <p:nvPr/>
          </p:nvSpPr>
          <p:spPr>
            <a:xfrm>
              <a:off x="3498059" y="4326022"/>
              <a:ext cx="12876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V</a:t>
              </a:r>
            </a:p>
          </p:txBody>
        </p:sp>
        <p:cxnSp>
          <p:nvCxnSpPr>
            <p:cNvPr id="910" name="직선 연결선 909">
              <a:extLst>
                <a:ext uri="{FF2B5EF4-FFF2-40B4-BE49-F238E27FC236}">
                  <a16:creationId xmlns:a16="http://schemas.microsoft.com/office/drawing/2014/main" id="{10BDE3B0-FC79-CD61-F919-67360E42DE61}"/>
                </a:ext>
              </a:extLst>
            </p:cNvPr>
            <p:cNvCxnSpPr/>
            <p:nvPr/>
          </p:nvCxnSpPr>
          <p:spPr>
            <a:xfrm>
              <a:off x="4132021" y="3959863"/>
              <a:ext cx="243038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1" name="직선 연결선 910">
              <a:extLst>
                <a:ext uri="{FF2B5EF4-FFF2-40B4-BE49-F238E27FC236}">
                  <a16:creationId xmlns:a16="http://schemas.microsoft.com/office/drawing/2014/main" id="{DCAF55D7-F1A0-308F-2271-7299685EA508}"/>
                </a:ext>
              </a:extLst>
            </p:cNvPr>
            <p:cNvCxnSpPr>
              <a:cxnSpLocks/>
            </p:cNvCxnSpPr>
            <p:nvPr/>
          </p:nvCxnSpPr>
          <p:spPr>
            <a:xfrm>
              <a:off x="4066732" y="3256341"/>
              <a:ext cx="0" cy="528754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3" name="직선 연결선 912">
              <a:extLst>
                <a:ext uri="{FF2B5EF4-FFF2-40B4-BE49-F238E27FC236}">
                  <a16:creationId xmlns:a16="http://schemas.microsoft.com/office/drawing/2014/main" id="{73FD5442-A09A-DF12-1F6D-2929B577CDC4}"/>
                </a:ext>
              </a:extLst>
            </p:cNvPr>
            <p:cNvCxnSpPr>
              <a:cxnSpLocks/>
            </p:cNvCxnSpPr>
            <p:nvPr/>
          </p:nvCxnSpPr>
          <p:spPr>
            <a:xfrm>
              <a:off x="4484878" y="3256341"/>
              <a:ext cx="0" cy="528754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17" name="그룹 916">
              <a:extLst>
                <a:ext uri="{FF2B5EF4-FFF2-40B4-BE49-F238E27FC236}">
                  <a16:creationId xmlns:a16="http://schemas.microsoft.com/office/drawing/2014/main" id="{1AB7EFA4-C351-4A09-E0C8-9C42904921B5}"/>
                </a:ext>
              </a:extLst>
            </p:cNvPr>
            <p:cNvGrpSpPr/>
            <p:nvPr/>
          </p:nvGrpSpPr>
          <p:grpSpPr>
            <a:xfrm>
              <a:off x="4434411" y="3471429"/>
              <a:ext cx="112769" cy="112769"/>
              <a:chOff x="4819973" y="1689441"/>
              <a:chExt cx="112769" cy="112769"/>
            </a:xfrm>
          </p:grpSpPr>
          <p:cxnSp>
            <p:nvCxnSpPr>
              <p:cNvPr id="915" name="직선 연결선 914">
                <a:extLst>
                  <a:ext uri="{FF2B5EF4-FFF2-40B4-BE49-F238E27FC236}">
                    <a16:creationId xmlns:a16="http://schemas.microsoft.com/office/drawing/2014/main" id="{0969189E-589E-76D5-2DC0-23097FA54A12}"/>
                  </a:ext>
                </a:extLst>
              </p:cNvPr>
              <p:cNvCxnSpPr/>
              <p:nvPr/>
            </p:nvCxnSpPr>
            <p:spPr>
              <a:xfrm flipV="1">
                <a:off x="4819973" y="1689441"/>
                <a:ext cx="112769" cy="112769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6" name="직선 연결선 915">
                <a:extLst>
                  <a:ext uri="{FF2B5EF4-FFF2-40B4-BE49-F238E27FC236}">
                    <a16:creationId xmlns:a16="http://schemas.microsoft.com/office/drawing/2014/main" id="{9B639068-D715-4E6D-CA45-497D6A9DEC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19973" y="1689441"/>
                <a:ext cx="112769" cy="112769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8" name="그룹 917">
              <a:extLst>
                <a:ext uri="{FF2B5EF4-FFF2-40B4-BE49-F238E27FC236}">
                  <a16:creationId xmlns:a16="http://schemas.microsoft.com/office/drawing/2014/main" id="{79761344-2A8A-19BC-2592-E0D029DC76CB}"/>
                </a:ext>
              </a:extLst>
            </p:cNvPr>
            <p:cNvGrpSpPr/>
            <p:nvPr/>
          </p:nvGrpSpPr>
          <p:grpSpPr>
            <a:xfrm>
              <a:off x="4025119" y="3471429"/>
              <a:ext cx="112769" cy="112769"/>
              <a:chOff x="4819973" y="1689441"/>
              <a:chExt cx="112769" cy="112769"/>
            </a:xfrm>
          </p:grpSpPr>
          <p:cxnSp>
            <p:nvCxnSpPr>
              <p:cNvPr id="919" name="직선 연결선 918">
                <a:extLst>
                  <a:ext uri="{FF2B5EF4-FFF2-40B4-BE49-F238E27FC236}">
                    <a16:creationId xmlns:a16="http://schemas.microsoft.com/office/drawing/2014/main" id="{9E95B163-B3C7-316F-CA00-3A223DFCEAD6}"/>
                  </a:ext>
                </a:extLst>
              </p:cNvPr>
              <p:cNvCxnSpPr/>
              <p:nvPr/>
            </p:nvCxnSpPr>
            <p:spPr>
              <a:xfrm flipV="1">
                <a:off x="4819973" y="1689441"/>
                <a:ext cx="112769" cy="112769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0" name="직선 연결선 919">
                <a:extLst>
                  <a:ext uri="{FF2B5EF4-FFF2-40B4-BE49-F238E27FC236}">
                    <a16:creationId xmlns:a16="http://schemas.microsoft.com/office/drawing/2014/main" id="{8010C25A-C52C-A79C-F404-3D02E56A66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19973" y="1689441"/>
                <a:ext cx="112769" cy="112769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1" name="TextBox 920">
              <a:extLst>
                <a:ext uri="{FF2B5EF4-FFF2-40B4-BE49-F238E27FC236}">
                  <a16:creationId xmlns:a16="http://schemas.microsoft.com/office/drawing/2014/main" id="{2B83905E-5AF2-F386-E58D-B5333E50AC69}"/>
                </a:ext>
              </a:extLst>
            </p:cNvPr>
            <p:cNvSpPr txBox="1"/>
            <p:nvPr/>
          </p:nvSpPr>
          <p:spPr>
            <a:xfrm>
              <a:off x="4029080" y="2417266"/>
              <a:ext cx="17776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dirty="0">
                  <a:solidFill>
                    <a:srgbClr val="FF0000"/>
                  </a:solidFill>
                  <a:latin typeface="현대산스 Text" panose="020B0600000101010101" pitchFamily="34" charset="-127"/>
                  <a:ea typeface="현대산스 Text" panose="020B0600000101010101" pitchFamily="34" charset="-127"/>
                </a:rPr>
                <a:t>96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endParaRPr>
            </a:p>
          </p:txBody>
        </p:sp>
        <p:sp>
          <p:nvSpPr>
            <p:cNvPr id="923" name="TextBox 922">
              <a:extLst>
                <a:ext uri="{FF2B5EF4-FFF2-40B4-BE49-F238E27FC236}">
                  <a16:creationId xmlns:a16="http://schemas.microsoft.com/office/drawing/2014/main" id="{2D6798A2-BDA3-8C5E-B5DA-9599887D15B7}"/>
                </a:ext>
              </a:extLst>
            </p:cNvPr>
            <p:cNvSpPr txBox="1"/>
            <p:nvPr/>
          </p:nvSpPr>
          <p:spPr>
            <a:xfrm>
              <a:off x="4309358" y="2417266"/>
              <a:ext cx="17776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dirty="0">
                  <a:solidFill>
                    <a:srgbClr val="FF0000"/>
                  </a:solidFill>
                  <a:latin typeface="현대산스 Text" panose="020B0600000101010101" pitchFamily="34" charset="-127"/>
                  <a:ea typeface="현대산스 Text" panose="020B0600000101010101" pitchFamily="34" charset="-127"/>
                </a:rPr>
                <a:t>98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endParaRPr>
            </a:p>
          </p:txBody>
        </p:sp>
        <p:sp>
          <p:nvSpPr>
            <p:cNvPr id="924" name="TextBox 923">
              <a:extLst>
                <a:ext uri="{FF2B5EF4-FFF2-40B4-BE49-F238E27FC236}">
                  <a16:creationId xmlns:a16="http://schemas.microsoft.com/office/drawing/2014/main" id="{564F9DAC-236A-B159-DBCE-CA1EC8A27184}"/>
                </a:ext>
              </a:extLst>
            </p:cNvPr>
            <p:cNvSpPr txBox="1"/>
            <p:nvPr/>
          </p:nvSpPr>
          <p:spPr>
            <a:xfrm>
              <a:off x="3818610" y="2740381"/>
              <a:ext cx="6411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3</a:t>
              </a:r>
            </a:p>
          </p:txBody>
        </p:sp>
        <p:sp>
          <p:nvSpPr>
            <p:cNvPr id="925" name="TextBox 924">
              <a:extLst>
                <a:ext uri="{FF2B5EF4-FFF2-40B4-BE49-F238E27FC236}">
                  <a16:creationId xmlns:a16="http://schemas.microsoft.com/office/drawing/2014/main" id="{11396F93-B2FE-5FEB-3D2D-A8FF1217A97A}"/>
                </a:ext>
              </a:extLst>
            </p:cNvPr>
            <p:cNvSpPr txBox="1"/>
            <p:nvPr/>
          </p:nvSpPr>
          <p:spPr>
            <a:xfrm>
              <a:off x="4605188" y="2740381"/>
              <a:ext cx="6411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6</a:t>
              </a:r>
            </a:p>
          </p:txBody>
        </p:sp>
        <p:sp>
          <p:nvSpPr>
            <p:cNvPr id="926" name="TextBox 925">
              <a:extLst>
                <a:ext uri="{FF2B5EF4-FFF2-40B4-BE49-F238E27FC236}">
                  <a16:creationId xmlns:a16="http://schemas.microsoft.com/office/drawing/2014/main" id="{F4DB5F66-854F-8FDB-DA31-7468ABE683F5}"/>
                </a:ext>
              </a:extLst>
            </p:cNvPr>
            <p:cNvSpPr txBox="1"/>
            <p:nvPr/>
          </p:nvSpPr>
          <p:spPr>
            <a:xfrm>
              <a:off x="4080804" y="2740381"/>
              <a:ext cx="6411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4</a:t>
              </a:r>
            </a:p>
          </p:txBody>
        </p:sp>
        <p:sp>
          <p:nvSpPr>
            <p:cNvPr id="927" name="TextBox 926">
              <a:extLst>
                <a:ext uri="{FF2B5EF4-FFF2-40B4-BE49-F238E27FC236}">
                  <a16:creationId xmlns:a16="http://schemas.microsoft.com/office/drawing/2014/main" id="{AD9595F3-12A3-CC9F-0232-9627FEF96181}"/>
                </a:ext>
              </a:extLst>
            </p:cNvPr>
            <p:cNvSpPr txBox="1"/>
            <p:nvPr/>
          </p:nvSpPr>
          <p:spPr>
            <a:xfrm>
              <a:off x="4342999" y="2740381"/>
              <a:ext cx="6411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5</a:t>
              </a:r>
            </a:p>
          </p:txBody>
        </p:sp>
        <p:sp>
          <p:nvSpPr>
            <p:cNvPr id="928" name="TextBox 927">
              <a:extLst>
                <a:ext uri="{FF2B5EF4-FFF2-40B4-BE49-F238E27FC236}">
                  <a16:creationId xmlns:a16="http://schemas.microsoft.com/office/drawing/2014/main" id="{555175D7-177C-C914-AEB9-5D255EBDE7B0}"/>
                </a:ext>
              </a:extLst>
            </p:cNvPr>
            <p:cNvSpPr txBox="1"/>
            <p:nvPr/>
          </p:nvSpPr>
          <p:spPr>
            <a:xfrm>
              <a:off x="3279873" y="2740381"/>
              <a:ext cx="6411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</a:t>
              </a:r>
            </a:p>
          </p:txBody>
        </p:sp>
        <p:sp>
          <p:nvSpPr>
            <p:cNvPr id="929" name="TextBox 928">
              <a:extLst>
                <a:ext uri="{FF2B5EF4-FFF2-40B4-BE49-F238E27FC236}">
                  <a16:creationId xmlns:a16="http://schemas.microsoft.com/office/drawing/2014/main" id="{1B8B322D-72B0-5602-4F0F-1366B3664862}"/>
                </a:ext>
              </a:extLst>
            </p:cNvPr>
            <p:cNvSpPr txBox="1"/>
            <p:nvPr/>
          </p:nvSpPr>
          <p:spPr>
            <a:xfrm>
              <a:off x="3542073" y="2740381"/>
              <a:ext cx="6411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2</a:t>
              </a:r>
            </a:p>
          </p:txBody>
        </p:sp>
        <p:sp>
          <p:nvSpPr>
            <p:cNvPr id="930" name="TextBox 929">
              <a:extLst>
                <a:ext uri="{FF2B5EF4-FFF2-40B4-BE49-F238E27FC236}">
                  <a16:creationId xmlns:a16="http://schemas.microsoft.com/office/drawing/2014/main" id="{62B3E7FC-B84C-CF1F-EA61-01E6A57D883C}"/>
                </a:ext>
              </a:extLst>
            </p:cNvPr>
            <p:cNvSpPr txBox="1"/>
            <p:nvPr/>
          </p:nvSpPr>
          <p:spPr>
            <a:xfrm>
              <a:off x="3801055" y="4190242"/>
              <a:ext cx="6411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9</a:t>
              </a:r>
            </a:p>
          </p:txBody>
        </p:sp>
        <p:sp>
          <p:nvSpPr>
            <p:cNvPr id="931" name="TextBox 930">
              <a:extLst>
                <a:ext uri="{FF2B5EF4-FFF2-40B4-BE49-F238E27FC236}">
                  <a16:creationId xmlns:a16="http://schemas.microsoft.com/office/drawing/2014/main" id="{D9465B08-F332-62D3-0B82-D6A5D54AB505}"/>
                </a:ext>
              </a:extLst>
            </p:cNvPr>
            <p:cNvSpPr txBox="1"/>
            <p:nvPr/>
          </p:nvSpPr>
          <p:spPr>
            <a:xfrm>
              <a:off x="4555575" y="4190242"/>
              <a:ext cx="12824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12</a:t>
              </a:r>
            </a:p>
          </p:txBody>
        </p:sp>
        <p:sp>
          <p:nvSpPr>
            <p:cNvPr id="932" name="TextBox 931">
              <a:extLst>
                <a:ext uri="{FF2B5EF4-FFF2-40B4-BE49-F238E27FC236}">
                  <a16:creationId xmlns:a16="http://schemas.microsoft.com/office/drawing/2014/main" id="{4482B7B7-7FEB-E04D-6440-227FFBF8A714}"/>
                </a:ext>
              </a:extLst>
            </p:cNvPr>
            <p:cNvSpPr txBox="1"/>
            <p:nvPr/>
          </p:nvSpPr>
          <p:spPr>
            <a:xfrm>
              <a:off x="4031189" y="4190242"/>
              <a:ext cx="12824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10</a:t>
              </a:r>
            </a:p>
          </p:txBody>
        </p:sp>
        <p:sp>
          <p:nvSpPr>
            <p:cNvPr id="933" name="TextBox 932">
              <a:extLst>
                <a:ext uri="{FF2B5EF4-FFF2-40B4-BE49-F238E27FC236}">
                  <a16:creationId xmlns:a16="http://schemas.microsoft.com/office/drawing/2014/main" id="{60D99B20-D36B-612F-1344-9B10AF335455}"/>
                </a:ext>
              </a:extLst>
            </p:cNvPr>
            <p:cNvSpPr txBox="1"/>
            <p:nvPr/>
          </p:nvSpPr>
          <p:spPr>
            <a:xfrm>
              <a:off x="4293383" y="4190242"/>
              <a:ext cx="12824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11</a:t>
              </a:r>
            </a:p>
          </p:txBody>
        </p:sp>
        <p:sp>
          <p:nvSpPr>
            <p:cNvPr id="934" name="TextBox 933">
              <a:extLst>
                <a:ext uri="{FF2B5EF4-FFF2-40B4-BE49-F238E27FC236}">
                  <a16:creationId xmlns:a16="http://schemas.microsoft.com/office/drawing/2014/main" id="{0F73CA21-91FF-C58B-903A-1E21D7486FAD}"/>
                </a:ext>
              </a:extLst>
            </p:cNvPr>
            <p:cNvSpPr txBox="1"/>
            <p:nvPr/>
          </p:nvSpPr>
          <p:spPr>
            <a:xfrm>
              <a:off x="3262318" y="4190242"/>
              <a:ext cx="6411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7</a:t>
              </a:r>
            </a:p>
          </p:txBody>
        </p:sp>
        <p:sp>
          <p:nvSpPr>
            <p:cNvPr id="935" name="TextBox 934">
              <a:extLst>
                <a:ext uri="{FF2B5EF4-FFF2-40B4-BE49-F238E27FC236}">
                  <a16:creationId xmlns:a16="http://schemas.microsoft.com/office/drawing/2014/main" id="{B0F7CC23-9CF8-81DE-CF85-14BFBEE0632F}"/>
                </a:ext>
              </a:extLst>
            </p:cNvPr>
            <p:cNvSpPr txBox="1"/>
            <p:nvPr/>
          </p:nvSpPr>
          <p:spPr>
            <a:xfrm>
              <a:off x="3524516" y="4190242"/>
              <a:ext cx="6411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8</a:t>
              </a:r>
            </a:p>
          </p:txBody>
        </p:sp>
      </p:grpSp>
      <p:grpSp>
        <p:nvGrpSpPr>
          <p:cNvPr id="938" name="그룹 937">
            <a:extLst>
              <a:ext uri="{FF2B5EF4-FFF2-40B4-BE49-F238E27FC236}">
                <a16:creationId xmlns:a16="http://schemas.microsoft.com/office/drawing/2014/main" id="{1E129E00-1110-CD5D-4E59-D10F5C2C53A9}"/>
              </a:ext>
            </a:extLst>
          </p:cNvPr>
          <p:cNvGrpSpPr/>
          <p:nvPr/>
        </p:nvGrpSpPr>
        <p:grpSpPr>
          <a:xfrm>
            <a:off x="3276316" y="5060134"/>
            <a:ext cx="89711" cy="437700"/>
            <a:chOff x="3451266" y="2700652"/>
            <a:chExt cx="89711" cy="437700"/>
          </a:xfrm>
        </p:grpSpPr>
        <p:grpSp>
          <p:nvGrpSpPr>
            <p:cNvPr id="1682" name="그룹 1681">
              <a:extLst>
                <a:ext uri="{FF2B5EF4-FFF2-40B4-BE49-F238E27FC236}">
                  <a16:creationId xmlns:a16="http://schemas.microsoft.com/office/drawing/2014/main" id="{FC435964-2973-164A-305E-027CE55BAE71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84" name="타원 1683">
                <a:extLst>
                  <a:ext uri="{FF2B5EF4-FFF2-40B4-BE49-F238E27FC236}">
                    <a16:creationId xmlns:a16="http://schemas.microsoft.com/office/drawing/2014/main" id="{2ED70121-FBB1-919F-BA98-12E3D5F135E5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85" name="직선 연결선 1684">
                <a:extLst>
                  <a:ext uri="{FF2B5EF4-FFF2-40B4-BE49-F238E27FC236}">
                    <a16:creationId xmlns:a16="http://schemas.microsoft.com/office/drawing/2014/main" id="{B74BBDC6-D8F6-0E1B-DC9D-E237C40CBA5D}"/>
                  </a:ext>
                </a:extLst>
              </p:cNvPr>
              <p:cNvCxnSpPr>
                <a:cxnSpLocks/>
                <a:stCxn id="1683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83" name="타원 1682">
              <a:extLst>
                <a:ext uri="{FF2B5EF4-FFF2-40B4-BE49-F238E27FC236}">
                  <a16:creationId xmlns:a16="http://schemas.microsoft.com/office/drawing/2014/main" id="{7BC69EC4-D4B1-0BBE-7DE7-EADC1E78C28C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39" name="그룹 938">
            <a:extLst>
              <a:ext uri="{FF2B5EF4-FFF2-40B4-BE49-F238E27FC236}">
                <a16:creationId xmlns:a16="http://schemas.microsoft.com/office/drawing/2014/main" id="{2F9F8105-99DC-139C-BD46-9A0CCFF6F378}"/>
              </a:ext>
            </a:extLst>
          </p:cNvPr>
          <p:cNvGrpSpPr/>
          <p:nvPr/>
        </p:nvGrpSpPr>
        <p:grpSpPr>
          <a:xfrm>
            <a:off x="3539788" y="5060134"/>
            <a:ext cx="89711" cy="437700"/>
            <a:chOff x="3451266" y="2700652"/>
            <a:chExt cx="89711" cy="437700"/>
          </a:xfrm>
        </p:grpSpPr>
        <p:grpSp>
          <p:nvGrpSpPr>
            <p:cNvPr id="1678" name="그룹 1677">
              <a:extLst>
                <a:ext uri="{FF2B5EF4-FFF2-40B4-BE49-F238E27FC236}">
                  <a16:creationId xmlns:a16="http://schemas.microsoft.com/office/drawing/2014/main" id="{50156244-06CC-0F05-FF15-9E5F616F2637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80" name="타원 1679">
                <a:extLst>
                  <a:ext uri="{FF2B5EF4-FFF2-40B4-BE49-F238E27FC236}">
                    <a16:creationId xmlns:a16="http://schemas.microsoft.com/office/drawing/2014/main" id="{F7CCE94D-0840-389D-BA39-E6DC12DD9FF9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81" name="직선 연결선 1680">
                <a:extLst>
                  <a:ext uri="{FF2B5EF4-FFF2-40B4-BE49-F238E27FC236}">
                    <a16:creationId xmlns:a16="http://schemas.microsoft.com/office/drawing/2014/main" id="{2A5C86A9-3C83-16FB-31BC-49EFC68FD678}"/>
                  </a:ext>
                </a:extLst>
              </p:cNvPr>
              <p:cNvCxnSpPr>
                <a:cxnSpLocks/>
                <a:stCxn id="1679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79" name="타원 1678">
              <a:extLst>
                <a:ext uri="{FF2B5EF4-FFF2-40B4-BE49-F238E27FC236}">
                  <a16:creationId xmlns:a16="http://schemas.microsoft.com/office/drawing/2014/main" id="{2CB7775C-5D50-5612-A7EB-1B448A065321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0" name="그룹 939">
            <a:extLst>
              <a:ext uri="{FF2B5EF4-FFF2-40B4-BE49-F238E27FC236}">
                <a16:creationId xmlns:a16="http://schemas.microsoft.com/office/drawing/2014/main" id="{EBBAC16B-D246-7BCD-3501-551210C35D52}"/>
              </a:ext>
            </a:extLst>
          </p:cNvPr>
          <p:cNvGrpSpPr/>
          <p:nvPr/>
        </p:nvGrpSpPr>
        <p:grpSpPr>
          <a:xfrm>
            <a:off x="3803260" y="5060134"/>
            <a:ext cx="89711" cy="437700"/>
            <a:chOff x="3451266" y="2700652"/>
            <a:chExt cx="89711" cy="437700"/>
          </a:xfrm>
        </p:grpSpPr>
        <p:grpSp>
          <p:nvGrpSpPr>
            <p:cNvPr id="1674" name="그룹 1673">
              <a:extLst>
                <a:ext uri="{FF2B5EF4-FFF2-40B4-BE49-F238E27FC236}">
                  <a16:creationId xmlns:a16="http://schemas.microsoft.com/office/drawing/2014/main" id="{CE13A1C1-FE0F-7FB9-223B-9ED56917228E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76" name="타원 1675">
                <a:extLst>
                  <a:ext uri="{FF2B5EF4-FFF2-40B4-BE49-F238E27FC236}">
                    <a16:creationId xmlns:a16="http://schemas.microsoft.com/office/drawing/2014/main" id="{07B77F79-3D9F-64A0-6FA4-9B234467F6BA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77" name="직선 연결선 1676">
                <a:extLst>
                  <a:ext uri="{FF2B5EF4-FFF2-40B4-BE49-F238E27FC236}">
                    <a16:creationId xmlns:a16="http://schemas.microsoft.com/office/drawing/2014/main" id="{EA2A11AE-88F2-ABB5-DE49-07628F26C5F1}"/>
                  </a:ext>
                </a:extLst>
              </p:cNvPr>
              <p:cNvCxnSpPr>
                <a:cxnSpLocks/>
                <a:stCxn id="1675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75" name="타원 1674">
              <a:extLst>
                <a:ext uri="{FF2B5EF4-FFF2-40B4-BE49-F238E27FC236}">
                  <a16:creationId xmlns:a16="http://schemas.microsoft.com/office/drawing/2014/main" id="{E8995E68-825F-B679-2BE3-39BA224A8CBB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1" name="그룹 940">
            <a:extLst>
              <a:ext uri="{FF2B5EF4-FFF2-40B4-BE49-F238E27FC236}">
                <a16:creationId xmlns:a16="http://schemas.microsoft.com/office/drawing/2014/main" id="{20EC1D0F-C954-8454-5C8A-1CECA9428035}"/>
              </a:ext>
            </a:extLst>
          </p:cNvPr>
          <p:cNvGrpSpPr/>
          <p:nvPr/>
        </p:nvGrpSpPr>
        <p:grpSpPr>
          <a:xfrm>
            <a:off x="4066732" y="5060134"/>
            <a:ext cx="89711" cy="437700"/>
            <a:chOff x="3451266" y="2700652"/>
            <a:chExt cx="89711" cy="437700"/>
          </a:xfrm>
        </p:grpSpPr>
        <p:grpSp>
          <p:nvGrpSpPr>
            <p:cNvPr id="1670" name="그룹 1669">
              <a:extLst>
                <a:ext uri="{FF2B5EF4-FFF2-40B4-BE49-F238E27FC236}">
                  <a16:creationId xmlns:a16="http://schemas.microsoft.com/office/drawing/2014/main" id="{07A4A043-D359-E5CD-4933-2DF5AF785701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72" name="타원 1671">
                <a:extLst>
                  <a:ext uri="{FF2B5EF4-FFF2-40B4-BE49-F238E27FC236}">
                    <a16:creationId xmlns:a16="http://schemas.microsoft.com/office/drawing/2014/main" id="{0D4C9DDC-6F19-E313-4A81-996A56CBA188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73" name="직선 연결선 1672">
                <a:extLst>
                  <a:ext uri="{FF2B5EF4-FFF2-40B4-BE49-F238E27FC236}">
                    <a16:creationId xmlns:a16="http://schemas.microsoft.com/office/drawing/2014/main" id="{AEEBF5C1-6725-96A9-7D5D-49A62F351719}"/>
                  </a:ext>
                </a:extLst>
              </p:cNvPr>
              <p:cNvCxnSpPr>
                <a:cxnSpLocks/>
                <a:stCxn id="1671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71" name="타원 1670">
              <a:extLst>
                <a:ext uri="{FF2B5EF4-FFF2-40B4-BE49-F238E27FC236}">
                  <a16:creationId xmlns:a16="http://schemas.microsoft.com/office/drawing/2014/main" id="{40411E51-1B73-A106-827A-65FE525CDA51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2" name="그룹 941">
            <a:extLst>
              <a:ext uri="{FF2B5EF4-FFF2-40B4-BE49-F238E27FC236}">
                <a16:creationId xmlns:a16="http://schemas.microsoft.com/office/drawing/2014/main" id="{29E17964-93BA-5B72-C5DC-F00AA5E7D83A}"/>
              </a:ext>
            </a:extLst>
          </p:cNvPr>
          <p:cNvGrpSpPr/>
          <p:nvPr/>
        </p:nvGrpSpPr>
        <p:grpSpPr>
          <a:xfrm>
            <a:off x="4330204" y="5060134"/>
            <a:ext cx="89711" cy="437700"/>
            <a:chOff x="3451266" y="2700652"/>
            <a:chExt cx="89711" cy="437700"/>
          </a:xfrm>
        </p:grpSpPr>
        <p:grpSp>
          <p:nvGrpSpPr>
            <p:cNvPr id="1666" name="그룹 1665">
              <a:extLst>
                <a:ext uri="{FF2B5EF4-FFF2-40B4-BE49-F238E27FC236}">
                  <a16:creationId xmlns:a16="http://schemas.microsoft.com/office/drawing/2014/main" id="{20DB1662-6DD4-07BA-CAF1-BDA51093A07F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68" name="타원 1667">
                <a:extLst>
                  <a:ext uri="{FF2B5EF4-FFF2-40B4-BE49-F238E27FC236}">
                    <a16:creationId xmlns:a16="http://schemas.microsoft.com/office/drawing/2014/main" id="{0C8AD2D5-4803-DEBF-9D02-767911342797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69" name="직선 연결선 1668">
                <a:extLst>
                  <a:ext uri="{FF2B5EF4-FFF2-40B4-BE49-F238E27FC236}">
                    <a16:creationId xmlns:a16="http://schemas.microsoft.com/office/drawing/2014/main" id="{3FAE0A6D-7E80-5D7B-79C1-ADDC41E5339D}"/>
                  </a:ext>
                </a:extLst>
              </p:cNvPr>
              <p:cNvCxnSpPr>
                <a:cxnSpLocks/>
                <a:stCxn id="1667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67" name="타원 1666">
              <a:extLst>
                <a:ext uri="{FF2B5EF4-FFF2-40B4-BE49-F238E27FC236}">
                  <a16:creationId xmlns:a16="http://schemas.microsoft.com/office/drawing/2014/main" id="{B7DB2D27-B3B2-573C-1431-AC99F4E95705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3" name="그룹 942">
            <a:extLst>
              <a:ext uri="{FF2B5EF4-FFF2-40B4-BE49-F238E27FC236}">
                <a16:creationId xmlns:a16="http://schemas.microsoft.com/office/drawing/2014/main" id="{A2F4C9A3-0A94-99F6-8B81-5839061EA628}"/>
              </a:ext>
            </a:extLst>
          </p:cNvPr>
          <p:cNvGrpSpPr/>
          <p:nvPr/>
        </p:nvGrpSpPr>
        <p:grpSpPr>
          <a:xfrm>
            <a:off x="4593674" y="5060134"/>
            <a:ext cx="89711" cy="437700"/>
            <a:chOff x="3451266" y="2700652"/>
            <a:chExt cx="89711" cy="437700"/>
          </a:xfrm>
        </p:grpSpPr>
        <p:grpSp>
          <p:nvGrpSpPr>
            <p:cNvPr id="1662" name="그룹 1661">
              <a:extLst>
                <a:ext uri="{FF2B5EF4-FFF2-40B4-BE49-F238E27FC236}">
                  <a16:creationId xmlns:a16="http://schemas.microsoft.com/office/drawing/2014/main" id="{D3F3396A-F517-5280-375A-3F139C052376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64" name="타원 1663">
                <a:extLst>
                  <a:ext uri="{FF2B5EF4-FFF2-40B4-BE49-F238E27FC236}">
                    <a16:creationId xmlns:a16="http://schemas.microsoft.com/office/drawing/2014/main" id="{D69868BD-3B3F-2D59-8A95-C9ECB1D5B98D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65" name="직선 연결선 1664">
                <a:extLst>
                  <a:ext uri="{FF2B5EF4-FFF2-40B4-BE49-F238E27FC236}">
                    <a16:creationId xmlns:a16="http://schemas.microsoft.com/office/drawing/2014/main" id="{3F56BD0B-1467-E58F-169B-8F7F8CB4C091}"/>
                  </a:ext>
                </a:extLst>
              </p:cNvPr>
              <p:cNvCxnSpPr>
                <a:cxnSpLocks/>
                <a:stCxn id="1663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63" name="타원 1662">
              <a:extLst>
                <a:ext uri="{FF2B5EF4-FFF2-40B4-BE49-F238E27FC236}">
                  <a16:creationId xmlns:a16="http://schemas.microsoft.com/office/drawing/2014/main" id="{C0010DEA-1D9A-AA33-69AD-AEEFA8DE66CE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4" name="그룹 943">
            <a:extLst>
              <a:ext uri="{FF2B5EF4-FFF2-40B4-BE49-F238E27FC236}">
                <a16:creationId xmlns:a16="http://schemas.microsoft.com/office/drawing/2014/main" id="{B1B88506-2973-7D05-EFE8-6C82F4F16BA7}"/>
              </a:ext>
            </a:extLst>
          </p:cNvPr>
          <p:cNvGrpSpPr/>
          <p:nvPr/>
        </p:nvGrpSpPr>
        <p:grpSpPr>
          <a:xfrm>
            <a:off x="3276316" y="5914333"/>
            <a:ext cx="89711" cy="437700"/>
            <a:chOff x="3451266" y="2700652"/>
            <a:chExt cx="89711" cy="437700"/>
          </a:xfrm>
        </p:grpSpPr>
        <p:grpSp>
          <p:nvGrpSpPr>
            <p:cNvPr id="1658" name="그룹 1657">
              <a:extLst>
                <a:ext uri="{FF2B5EF4-FFF2-40B4-BE49-F238E27FC236}">
                  <a16:creationId xmlns:a16="http://schemas.microsoft.com/office/drawing/2014/main" id="{2C26A497-F256-13F0-996E-9E2C5457574A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60" name="타원 1659">
                <a:extLst>
                  <a:ext uri="{FF2B5EF4-FFF2-40B4-BE49-F238E27FC236}">
                    <a16:creationId xmlns:a16="http://schemas.microsoft.com/office/drawing/2014/main" id="{6B25D45B-30B0-C272-F8B7-4E57D7ECBA1A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61" name="직선 연결선 1660">
                <a:extLst>
                  <a:ext uri="{FF2B5EF4-FFF2-40B4-BE49-F238E27FC236}">
                    <a16:creationId xmlns:a16="http://schemas.microsoft.com/office/drawing/2014/main" id="{EB89B480-3D93-5251-E17B-65217B8C9BC2}"/>
                  </a:ext>
                </a:extLst>
              </p:cNvPr>
              <p:cNvCxnSpPr>
                <a:cxnSpLocks/>
                <a:stCxn id="1659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59" name="타원 1658">
              <a:extLst>
                <a:ext uri="{FF2B5EF4-FFF2-40B4-BE49-F238E27FC236}">
                  <a16:creationId xmlns:a16="http://schemas.microsoft.com/office/drawing/2014/main" id="{330C6ED4-532D-B026-3B0C-7311F8993CF9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5" name="그룹 944">
            <a:extLst>
              <a:ext uri="{FF2B5EF4-FFF2-40B4-BE49-F238E27FC236}">
                <a16:creationId xmlns:a16="http://schemas.microsoft.com/office/drawing/2014/main" id="{5C481FA2-CEEB-0FAA-6BD7-C45DC3BFE56C}"/>
              </a:ext>
            </a:extLst>
          </p:cNvPr>
          <p:cNvGrpSpPr/>
          <p:nvPr/>
        </p:nvGrpSpPr>
        <p:grpSpPr>
          <a:xfrm>
            <a:off x="3539788" y="5914333"/>
            <a:ext cx="89711" cy="437700"/>
            <a:chOff x="3451266" y="2700652"/>
            <a:chExt cx="89711" cy="437700"/>
          </a:xfrm>
        </p:grpSpPr>
        <p:grpSp>
          <p:nvGrpSpPr>
            <p:cNvPr id="1654" name="그룹 1653">
              <a:extLst>
                <a:ext uri="{FF2B5EF4-FFF2-40B4-BE49-F238E27FC236}">
                  <a16:creationId xmlns:a16="http://schemas.microsoft.com/office/drawing/2014/main" id="{D7FB5D23-70DE-0CD2-8BFE-17C8BCE9B8C4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56" name="타원 1655">
                <a:extLst>
                  <a:ext uri="{FF2B5EF4-FFF2-40B4-BE49-F238E27FC236}">
                    <a16:creationId xmlns:a16="http://schemas.microsoft.com/office/drawing/2014/main" id="{B98E343D-E18F-D74E-8BD1-EF4B8340C507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57" name="직선 연결선 1656">
                <a:extLst>
                  <a:ext uri="{FF2B5EF4-FFF2-40B4-BE49-F238E27FC236}">
                    <a16:creationId xmlns:a16="http://schemas.microsoft.com/office/drawing/2014/main" id="{A336ED91-3211-8696-B335-3B07057B4702}"/>
                  </a:ext>
                </a:extLst>
              </p:cNvPr>
              <p:cNvCxnSpPr>
                <a:cxnSpLocks/>
                <a:stCxn id="1655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55" name="타원 1654">
              <a:extLst>
                <a:ext uri="{FF2B5EF4-FFF2-40B4-BE49-F238E27FC236}">
                  <a16:creationId xmlns:a16="http://schemas.microsoft.com/office/drawing/2014/main" id="{1FC084FE-A320-9A74-CF95-0A7C6C9C0D7A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6" name="그룹 945">
            <a:extLst>
              <a:ext uri="{FF2B5EF4-FFF2-40B4-BE49-F238E27FC236}">
                <a16:creationId xmlns:a16="http://schemas.microsoft.com/office/drawing/2014/main" id="{715E7D44-7626-1543-FC6A-6062B51A3F0E}"/>
              </a:ext>
            </a:extLst>
          </p:cNvPr>
          <p:cNvGrpSpPr/>
          <p:nvPr/>
        </p:nvGrpSpPr>
        <p:grpSpPr>
          <a:xfrm>
            <a:off x="3803260" y="5914333"/>
            <a:ext cx="89711" cy="437700"/>
            <a:chOff x="3451266" y="2700652"/>
            <a:chExt cx="89711" cy="437700"/>
          </a:xfrm>
        </p:grpSpPr>
        <p:grpSp>
          <p:nvGrpSpPr>
            <p:cNvPr id="1650" name="그룹 1649">
              <a:extLst>
                <a:ext uri="{FF2B5EF4-FFF2-40B4-BE49-F238E27FC236}">
                  <a16:creationId xmlns:a16="http://schemas.microsoft.com/office/drawing/2014/main" id="{876970FD-1023-F08F-8726-017E09615C7C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52" name="타원 1651">
                <a:extLst>
                  <a:ext uri="{FF2B5EF4-FFF2-40B4-BE49-F238E27FC236}">
                    <a16:creationId xmlns:a16="http://schemas.microsoft.com/office/drawing/2014/main" id="{8016058E-0FE9-CC2C-8F45-34555D7B702D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53" name="직선 연결선 1652">
                <a:extLst>
                  <a:ext uri="{FF2B5EF4-FFF2-40B4-BE49-F238E27FC236}">
                    <a16:creationId xmlns:a16="http://schemas.microsoft.com/office/drawing/2014/main" id="{B4EDBA14-93A4-DDE2-5B8D-54AAB0C043C3}"/>
                  </a:ext>
                </a:extLst>
              </p:cNvPr>
              <p:cNvCxnSpPr>
                <a:cxnSpLocks/>
                <a:stCxn id="1651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51" name="타원 1650">
              <a:extLst>
                <a:ext uri="{FF2B5EF4-FFF2-40B4-BE49-F238E27FC236}">
                  <a16:creationId xmlns:a16="http://schemas.microsoft.com/office/drawing/2014/main" id="{DF41B388-AB57-787D-C4EB-637FBFE3EFA7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7" name="그룹 946">
            <a:extLst>
              <a:ext uri="{FF2B5EF4-FFF2-40B4-BE49-F238E27FC236}">
                <a16:creationId xmlns:a16="http://schemas.microsoft.com/office/drawing/2014/main" id="{57AB0D07-860B-7EB6-030B-D7CAC2C7E423}"/>
              </a:ext>
            </a:extLst>
          </p:cNvPr>
          <p:cNvGrpSpPr/>
          <p:nvPr/>
        </p:nvGrpSpPr>
        <p:grpSpPr>
          <a:xfrm>
            <a:off x="4066732" y="5914333"/>
            <a:ext cx="89711" cy="437700"/>
            <a:chOff x="3451266" y="2700652"/>
            <a:chExt cx="89711" cy="437700"/>
          </a:xfrm>
        </p:grpSpPr>
        <p:grpSp>
          <p:nvGrpSpPr>
            <p:cNvPr id="1646" name="그룹 1645">
              <a:extLst>
                <a:ext uri="{FF2B5EF4-FFF2-40B4-BE49-F238E27FC236}">
                  <a16:creationId xmlns:a16="http://schemas.microsoft.com/office/drawing/2014/main" id="{B39FEFF8-DC65-8158-E5C8-D2C4E9BC6C0D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48" name="타원 1647">
                <a:extLst>
                  <a:ext uri="{FF2B5EF4-FFF2-40B4-BE49-F238E27FC236}">
                    <a16:creationId xmlns:a16="http://schemas.microsoft.com/office/drawing/2014/main" id="{3222C90C-B946-CD44-30EF-B87C736DCDF7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49" name="직선 연결선 1648">
                <a:extLst>
                  <a:ext uri="{FF2B5EF4-FFF2-40B4-BE49-F238E27FC236}">
                    <a16:creationId xmlns:a16="http://schemas.microsoft.com/office/drawing/2014/main" id="{378FF423-1E5B-15F2-D5B8-418935C06BD0}"/>
                  </a:ext>
                </a:extLst>
              </p:cNvPr>
              <p:cNvCxnSpPr>
                <a:cxnSpLocks/>
                <a:stCxn id="1647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47" name="타원 1646">
              <a:extLst>
                <a:ext uri="{FF2B5EF4-FFF2-40B4-BE49-F238E27FC236}">
                  <a16:creationId xmlns:a16="http://schemas.microsoft.com/office/drawing/2014/main" id="{C5CAD86F-A9C7-04E7-BBF6-D234AC960600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8" name="그룹 947">
            <a:extLst>
              <a:ext uri="{FF2B5EF4-FFF2-40B4-BE49-F238E27FC236}">
                <a16:creationId xmlns:a16="http://schemas.microsoft.com/office/drawing/2014/main" id="{ACD76487-E541-676F-88B1-FBE37A3A25F0}"/>
              </a:ext>
            </a:extLst>
          </p:cNvPr>
          <p:cNvGrpSpPr/>
          <p:nvPr/>
        </p:nvGrpSpPr>
        <p:grpSpPr>
          <a:xfrm>
            <a:off x="4330204" y="5914333"/>
            <a:ext cx="89711" cy="437700"/>
            <a:chOff x="3451266" y="2700652"/>
            <a:chExt cx="89711" cy="437700"/>
          </a:xfrm>
        </p:grpSpPr>
        <p:grpSp>
          <p:nvGrpSpPr>
            <p:cNvPr id="1642" name="그룹 1641">
              <a:extLst>
                <a:ext uri="{FF2B5EF4-FFF2-40B4-BE49-F238E27FC236}">
                  <a16:creationId xmlns:a16="http://schemas.microsoft.com/office/drawing/2014/main" id="{B2C2675F-47C0-6645-3BD6-C89E8E181867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44" name="타원 1643">
                <a:extLst>
                  <a:ext uri="{FF2B5EF4-FFF2-40B4-BE49-F238E27FC236}">
                    <a16:creationId xmlns:a16="http://schemas.microsoft.com/office/drawing/2014/main" id="{A34CC95A-AA27-D8CB-A053-17CC50CB68C2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45" name="직선 연결선 1644">
                <a:extLst>
                  <a:ext uri="{FF2B5EF4-FFF2-40B4-BE49-F238E27FC236}">
                    <a16:creationId xmlns:a16="http://schemas.microsoft.com/office/drawing/2014/main" id="{19643C88-C50A-AEB7-245C-65675FB252D0}"/>
                  </a:ext>
                </a:extLst>
              </p:cNvPr>
              <p:cNvCxnSpPr>
                <a:cxnSpLocks/>
                <a:stCxn id="1643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43" name="타원 1642">
              <a:extLst>
                <a:ext uri="{FF2B5EF4-FFF2-40B4-BE49-F238E27FC236}">
                  <a16:creationId xmlns:a16="http://schemas.microsoft.com/office/drawing/2014/main" id="{F331B468-C008-5DAF-AEDE-AE7A8B8C71E0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9" name="그룹 948">
            <a:extLst>
              <a:ext uri="{FF2B5EF4-FFF2-40B4-BE49-F238E27FC236}">
                <a16:creationId xmlns:a16="http://schemas.microsoft.com/office/drawing/2014/main" id="{3C15C21C-36BE-FAD7-F390-37F3523EFB44}"/>
              </a:ext>
            </a:extLst>
          </p:cNvPr>
          <p:cNvGrpSpPr/>
          <p:nvPr/>
        </p:nvGrpSpPr>
        <p:grpSpPr>
          <a:xfrm>
            <a:off x="4593674" y="5914333"/>
            <a:ext cx="89711" cy="437700"/>
            <a:chOff x="3451266" y="2700652"/>
            <a:chExt cx="89711" cy="437700"/>
          </a:xfrm>
        </p:grpSpPr>
        <p:grpSp>
          <p:nvGrpSpPr>
            <p:cNvPr id="1638" name="그룹 1637">
              <a:extLst>
                <a:ext uri="{FF2B5EF4-FFF2-40B4-BE49-F238E27FC236}">
                  <a16:creationId xmlns:a16="http://schemas.microsoft.com/office/drawing/2014/main" id="{35D8F2EA-C838-FDBF-0821-1867E6201E96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40" name="타원 1639">
                <a:extLst>
                  <a:ext uri="{FF2B5EF4-FFF2-40B4-BE49-F238E27FC236}">
                    <a16:creationId xmlns:a16="http://schemas.microsoft.com/office/drawing/2014/main" id="{2F71C114-2CA2-8468-4134-45F0C00357F0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41" name="직선 연결선 1640">
                <a:extLst>
                  <a:ext uri="{FF2B5EF4-FFF2-40B4-BE49-F238E27FC236}">
                    <a16:creationId xmlns:a16="http://schemas.microsoft.com/office/drawing/2014/main" id="{9B94F62D-6CE3-6B94-3A5E-919DBBD0FCD7}"/>
                  </a:ext>
                </a:extLst>
              </p:cNvPr>
              <p:cNvCxnSpPr>
                <a:cxnSpLocks/>
                <a:stCxn id="1639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39" name="타원 1638">
              <a:extLst>
                <a:ext uri="{FF2B5EF4-FFF2-40B4-BE49-F238E27FC236}">
                  <a16:creationId xmlns:a16="http://schemas.microsoft.com/office/drawing/2014/main" id="{8EDA8248-5C90-E857-D2AD-A85947DA0AEA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50" name="TextBox 949">
            <a:extLst>
              <a:ext uri="{FF2B5EF4-FFF2-40B4-BE49-F238E27FC236}">
                <a16:creationId xmlns:a16="http://schemas.microsoft.com/office/drawing/2014/main" id="{23A2D8B1-3DF1-C93F-9798-B995DCED9BF0}"/>
              </a:ext>
            </a:extLst>
          </p:cNvPr>
          <p:cNvSpPr txBox="1"/>
          <p:nvPr/>
        </p:nvSpPr>
        <p:spPr>
          <a:xfrm>
            <a:off x="3806548" y="4786039"/>
            <a:ext cx="12876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L3</a:t>
            </a:r>
          </a:p>
        </p:txBody>
      </p:sp>
      <p:sp>
        <p:nvSpPr>
          <p:cNvPr id="951" name="TextBox 950">
            <a:extLst>
              <a:ext uri="{FF2B5EF4-FFF2-40B4-BE49-F238E27FC236}">
                <a16:creationId xmlns:a16="http://schemas.microsoft.com/office/drawing/2014/main" id="{2102CDA0-9A03-48E4-A39D-1802A4952D0A}"/>
              </a:ext>
            </a:extLst>
          </p:cNvPr>
          <p:cNvSpPr txBox="1"/>
          <p:nvPr/>
        </p:nvSpPr>
        <p:spPr>
          <a:xfrm>
            <a:off x="4555575" y="4786039"/>
            <a:ext cx="20387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A1</a:t>
            </a:r>
          </a:p>
        </p:txBody>
      </p:sp>
      <p:sp>
        <p:nvSpPr>
          <p:cNvPr id="952" name="TextBox 951">
            <a:extLst>
              <a:ext uri="{FF2B5EF4-FFF2-40B4-BE49-F238E27FC236}">
                <a16:creationId xmlns:a16="http://schemas.microsoft.com/office/drawing/2014/main" id="{98205970-C174-946F-B11A-48E38A9A7FB1}"/>
              </a:ext>
            </a:extLst>
          </p:cNvPr>
          <p:cNvSpPr txBox="1"/>
          <p:nvPr/>
        </p:nvSpPr>
        <p:spPr>
          <a:xfrm>
            <a:off x="4102273" y="4764786"/>
            <a:ext cx="617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a</a:t>
            </a:r>
          </a:p>
        </p:txBody>
      </p:sp>
      <p:sp>
        <p:nvSpPr>
          <p:cNvPr id="953" name="TextBox 952">
            <a:extLst>
              <a:ext uri="{FF2B5EF4-FFF2-40B4-BE49-F238E27FC236}">
                <a16:creationId xmlns:a16="http://schemas.microsoft.com/office/drawing/2014/main" id="{F37E5B07-AA4B-3427-CF82-F7BA63206945}"/>
              </a:ext>
            </a:extLst>
          </p:cNvPr>
          <p:cNvSpPr txBox="1"/>
          <p:nvPr/>
        </p:nvSpPr>
        <p:spPr>
          <a:xfrm>
            <a:off x="4360445" y="4764786"/>
            <a:ext cx="6974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rgbClr val="0000FF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b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산스 Text" panose="020B0600000101010101" pitchFamily="34" charset="-127"/>
              <a:ea typeface="현대산스 Text" panose="020B0600000101010101" pitchFamily="34" charset="-127"/>
              <a:cs typeface="+mn-cs"/>
            </a:endParaRPr>
          </a:p>
        </p:txBody>
      </p:sp>
      <p:sp>
        <p:nvSpPr>
          <p:cNvPr id="962" name="TextBox 961">
            <a:extLst>
              <a:ext uri="{FF2B5EF4-FFF2-40B4-BE49-F238E27FC236}">
                <a16:creationId xmlns:a16="http://schemas.microsoft.com/office/drawing/2014/main" id="{B3E44D62-755C-37D0-36E2-F7CAEFEF8671}"/>
              </a:ext>
            </a:extLst>
          </p:cNvPr>
          <p:cNvSpPr txBox="1"/>
          <p:nvPr/>
        </p:nvSpPr>
        <p:spPr>
          <a:xfrm>
            <a:off x="3267817" y="4786039"/>
            <a:ext cx="12876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L1</a:t>
            </a:r>
          </a:p>
        </p:txBody>
      </p:sp>
      <p:sp>
        <p:nvSpPr>
          <p:cNvPr id="963" name="TextBox 962">
            <a:extLst>
              <a:ext uri="{FF2B5EF4-FFF2-40B4-BE49-F238E27FC236}">
                <a16:creationId xmlns:a16="http://schemas.microsoft.com/office/drawing/2014/main" id="{EA27C42D-10AD-ADA6-8EBE-6784CCFBE02E}"/>
              </a:ext>
            </a:extLst>
          </p:cNvPr>
          <p:cNvSpPr txBox="1"/>
          <p:nvPr/>
        </p:nvSpPr>
        <p:spPr>
          <a:xfrm>
            <a:off x="3530011" y="4786039"/>
            <a:ext cx="12876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L2</a:t>
            </a:r>
          </a:p>
        </p:txBody>
      </p:sp>
      <p:sp>
        <p:nvSpPr>
          <p:cNvPr id="964" name="TextBox 963">
            <a:extLst>
              <a:ext uri="{FF2B5EF4-FFF2-40B4-BE49-F238E27FC236}">
                <a16:creationId xmlns:a16="http://schemas.microsoft.com/office/drawing/2014/main" id="{C95B37BF-F10D-1CB6-A592-153085DA1226}"/>
              </a:ext>
            </a:extLst>
          </p:cNvPr>
          <p:cNvSpPr txBox="1"/>
          <p:nvPr/>
        </p:nvSpPr>
        <p:spPr>
          <a:xfrm>
            <a:off x="3774596" y="6507276"/>
            <a:ext cx="12876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W</a:t>
            </a:r>
          </a:p>
        </p:txBody>
      </p:sp>
      <p:sp>
        <p:nvSpPr>
          <p:cNvPr id="966" name="TextBox 965">
            <a:extLst>
              <a:ext uri="{FF2B5EF4-FFF2-40B4-BE49-F238E27FC236}">
                <a16:creationId xmlns:a16="http://schemas.microsoft.com/office/drawing/2014/main" id="{02F67324-0B76-20AB-F22C-AC0F1E1E5827}"/>
              </a:ext>
            </a:extLst>
          </p:cNvPr>
          <p:cNvSpPr txBox="1"/>
          <p:nvPr/>
        </p:nvSpPr>
        <p:spPr>
          <a:xfrm>
            <a:off x="4523623" y="6507276"/>
            <a:ext cx="20387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A2</a:t>
            </a:r>
          </a:p>
        </p:txBody>
      </p:sp>
      <p:sp>
        <p:nvSpPr>
          <p:cNvPr id="1613" name="TextBox 1612">
            <a:extLst>
              <a:ext uri="{FF2B5EF4-FFF2-40B4-BE49-F238E27FC236}">
                <a16:creationId xmlns:a16="http://schemas.microsoft.com/office/drawing/2014/main" id="{914CE510-4372-2520-3354-DA285E09ADA7}"/>
              </a:ext>
            </a:extLst>
          </p:cNvPr>
          <p:cNvSpPr txBox="1"/>
          <p:nvPr/>
        </p:nvSpPr>
        <p:spPr>
          <a:xfrm>
            <a:off x="3235865" y="6507276"/>
            <a:ext cx="12876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U</a:t>
            </a:r>
          </a:p>
        </p:txBody>
      </p:sp>
      <p:sp>
        <p:nvSpPr>
          <p:cNvPr id="1614" name="TextBox 1613">
            <a:extLst>
              <a:ext uri="{FF2B5EF4-FFF2-40B4-BE49-F238E27FC236}">
                <a16:creationId xmlns:a16="http://schemas.microsoft.com/office/drawing/2014/main" id="{D5C88BDF-CF5F-15A5-BF65-34AFE591D735}"/>
              </a:ext>
            </a:extLst>
          </p:cNvPr>
          <p:cNvSpPr txBox="1"/>
          <p:nvPr/>
        </p:nvSpPr>
        <p:spPr>
          <a:xfrm>
            <a:off x="3498059" y="6507276"/>
            <a:ext cx="12876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V</a:t>
            </a:r>
          </a:p>
        </p:txBody>
      </p:sp>
      <p:cxnSp>
        <p:nvCxnSpPr>
          <p:cNvPr id="1616" name="직선 연결선 1615">
            <a:extLst>
              <a:ext uri="{FF2B5EF4-FFF2-40B4-BE49-F238E27FC236}">
                <a16:creationId xmlns:a16="http://schemas.microsoft.com/office/drawing/2014/main" id="{A3730038-ADA3-6F8C-69BE-DADD93DC2628}"/>
              </a:ext>
            </a:extLst>
          </p:cNvPr>
          <p:cNvCxnSpPr>
            <a:cxnSpLocks/>
          </p:cNvCxnSpPr>
          <p:nvPr/>
        </p:nvCxnSpPr>
        <p:spPr>
          <a:xfrm>
            <a:off x="4206840" y="5437595"/>
            <a:ext cx="0" cy="528754"/>
          </a:xfrm>
          <a:prstGeom prst="lin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17" name="직선 연결선 1616">
            <a:extLst>
              <a:ext uri="{FF2B5EF4-FFF2-40B4-BE49-F238E27FC236}">
                <a16:creationId xmlns:a16="http://schemas.microsoft.com/office/drawing/2014/main" id="{8DC8EFB1-2E5D-EE5C-871D-12A2C634F027}"/>
              </a:ext>
            </a:extLst>
          </p:cNvPr>
          <p:cNvCxnSpPr>
            <a:cxnSpLocks/>
          </p:cNvCxnSpPr>
          <p:nvPr/>
        </p:nvCxnSpPr>
        <p:spPr>
          <a:xfrm>
            <a:off x="4332811" y="5437595"/>
            <a:ext cx="0" cy="528754"/>
          </a:xfrm>
          <a:prstGeom prst="lin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20" name="TextBox 1619">
            <a:extLst>
              <a:ext uri="{FF2B5EF4-FFF2-40B4-BE49-F238E27FC236}">
                <a16:creationId xmlns:a16="http://schemas.microsoft.com/office/drawing/2014/main" id="{E99E7271-4E28-43AA-AD52-0775B65A485E}"/>
              </a:ext>
            </a:extLst>
          </p:cNvPr>
          <p:cNvSpPr txBox="1"/>
          <p:nvPr/>
        </p:nvSpPr>
        <p:spPr>
          <a:xfrm>
            <a:off x="4029080" y="4598520"/>
            <a:ext cx="1777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rgbClr val="FF00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96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현대산스 Text" panose="020B0600000101010101" pitchFamily="34" charset="-127"/>
              <a:ea typeface="현대산스 Text" panose="020B0600000101010101" pitchFamily="34" charset="-127"/>
              <a:cs typeface="+mn-cs"/>
            </a:endParaRPr>
          </a:p>
        </p:txBody>
      </p:sp>
      <p:sp>
        <p:nvSpPr>
          <p:cNvPr id="1621" name="TextBox 1620">
            <a:extLst>
              <a:ext uri="{FF2B5EF4-FFF2-40B4-BE49-F238E27FC236}">
                <a16:creationId xmlns:a16="http://schemas.microsoft.com/office/drawing/2014/main" id="{BC621122-C850-21B2-FEFA-580A13CC9950}"/>
              </a:ext>
            </a:extLst>
          </p:cNvPr>
          <p:cNvSpPr txBox="1"/>
          <p:nvPr/>
        </p:nvSpPr>
        <p:spPr>
          <a:xfrm>
            <a:off x="4309358" y="4598520"/>
            <a:ext cx="1777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rgbClr val="FF00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98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현대산스 Text" panose="020B0600000101010101" pitchFamily="34" charset="-127"/>
              <a:ea typeface="현대산스 Text" panose="020B0600000101010101" pitchFamily="34" charset="-127"/>
              <a:cs typeface="+mn-cs"/>
            </a:endParaRPr>
          </a:p>
        </p:txBody>
      </p:sp>
      <p:sp>
        <p:nvSpPr>
          <p:cNvPr id="1622" name="TextBox 1621">
            <a:extLst>
              <a:ext uri="{FF2B5EF4-FFF2-40B4-BE49-F238E27FC236}">
                <a16:creationId xmlns:a16="http://schemas.microsoft.com/office/drawing/2014/main" id="{C0A04496-F701-3B1D-B9ED-92B7F23B420B}"/>
              </a:ext>
            </a:extLst>
          </p:cNvPr>
          <p:cNvSpPr txBox="1"/>
          <p:nvPr/>
        </p:nvSpPr>
        <p:spPr>
          <a:xfrm>
            <a:off x="3818610" y="4921635"/>
            <a:ext cx="6411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3</a:t>
            </a:r>
          </a:p>
        </p:txBody>
      </p:sp>
      <p:sp>
        <p:nvSpPr>
          <p:cNvPr id="1623" name="TextBox 1622">
            <a:extLst>
              <a:ext uri="{FF2B5EF4-FFF2-40B4-BE49-F238E27FC236}">
                <a16:creationId xmlns:a16="http://schemas.microsoft.com/office/drawing/2014/main" id="{920B3AB3-3EF4-FF33-F7EA-979FEC3D1217}"/>
              </a:ext>
            </a:extLst>
          </p:cNvPr>
          <p:cNvSpPr txBox="1"/>
          <p:nvPr/>
        </p:nvSpPr>
        <p:spPr>
          <a:xfrm>
            <a:off x="4605188" y="4921635"/>
            <a:ext cx="6411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6</a:t>
            </a:r>
          </a:p>
        </p:txBody>
      </p:sp>
      <p:sp>
        <p:nvSpPr>
          <p:cNvPr id="1624" name="TextBox 1623">
            <a:extLst>
              <a:ext uri="{FF2B5EF4-FFF2-40B4-BE49-F238E27FC236}">
                <a16:creationId xmlns:a16="http://schemas.microsoft.com/office/drawing/2014/main" id="{8A458957-6782-E833-A599-B672FE6DBE85}"/>
              </a:ext>
            </a:extLst>
          </p:cNvPr>
          <p:cNvSpPr txBox="1"/>
          <p:nvPr/>
        </p:nvSpPr>
        <p:spPr>
          <a:xfrm>
            <a:off x="4080804" y="4921635"/>
            <a:ext cx="6411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4</a:t>
            </a:r>
          </a:p>
        </p:txBody>
      </p:sp>
      <p:sp>
        <p:nvSpPr>
          <p:cNvPr id="1625" name="TextBox 1624">
            <a:extLst>
              <a:ext uri="{FF2B5EF4-FFF2-40B4-BE49-F238E27FC236}">
                <a16:creationId xmlns:a16="http://schemas.microsoft.com/office/drawing/2014/main" id="{060D92FE-E06E-BF9D-89FB-785E3D637FE3}"/>
              </a:ext>
            </a:extLst>
          </p:cNvPr>
          <p:cNvSpPr txBox="1"/>
          <p:nvPr/>
        </p:nvSpPr>
        <p:spPr>
          <a:xfrm>
            <a:off x="4342999" y="4921635"/>
            <a:ext cx="6411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5</a:t>
            </a:r>
          </a:p>
        </p:txBody>
      </p:sp>
      <p:sp>
        <p:nvSpPr>
          <p:cNvPr id="1626" name="TextBox 1625">
            <a:extLst>
              <a:ext uri="{FF2B5EF4-FFF2-40B4-BE49-F238E27FC236}">
                <a16:creationId xmlns:a16="http://schemas.microsoft.com/office/drawing/2014/main" id="{0A63C024-191B-2B33-FD34-44C32AA3D7DB}"/>
              </a:ext>
            </a:extLst>
          </p:cNvPr>
          <p:cNvSpPr txBox="1"/>
          <p:nvPr/>
        </p:nvSpPr>
        <p:spPr>
          <a:xfrm>
            <a:off x="3279873" y="4921635"/>
            <a:ext cx="6411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1</a:t>
            </a:r>
          </a:p>
        </p:txBody>
      </p:sp>
      <p:sp>
        <p:nvSpPr>
          <p:cNvPr id="1627" name="TextBox 1626">
            <a:extLst>
              <a:ext uri="{FF2B5EF4-FFF2-40B4-BE49-F238E27FC236}">
                <a16:creationId xmlns:a16="http://schemas.microsoft.com/office/drawing/2014/main" id="{6357E12E-607B-A0E0-BA1D-A859900EA99B}"/>
              </a:ext>
            </a:extLst>
          </p:cNvPr>
          <p:cNvSpPr txBox="1"/>
          <p:nvPr/>
        </p:nvSpPr>
        <p:spPr>
          <a:xfrm>
            <a:off x="3542073" y="4921635"/>
            <a:ext cx="6411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2</a:t>
            </a:r>
          </a:p>
        </p:txBody>
      </p:sp>
      <p:sp>
        <p:nvSpPr>
          <p:cNvPr id="1628" name="TextBox 1627">
            <a:extLst>
              <a:ext uri="{FF2B5EF4-FFF2-40B4-BE49-F238E27FC236}">
                <a16:creationId xmlns:a16="http://schemas.microsoft.com/office/drawing/2014/main" id="{2C2B89C3-98AD-AFCC-D663-BB9C3CD07EA3}"/>
              </a:ext>
            </a:extLst>
          </p:cNvPr>
          <p:cNvSpPr txBox="1"/>
          <p:nvPr/>
        </p:nvSpPr>
        <p:spPr>
          <a:xfrm>
            <a:off x="3801055" y="6371496"/>
            <a:ext cx="6411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9</a:t>
            </a:r>
          </a:p>
        </p:txBody>
      </p:sp>
      <p:sp>
        <p:nvSpPr>
          <p:cNvPr id="1629" name="TextBox 1628">
            <a:extLst>
              <a:ext uri="{FF2B5EF4-FFF2-40B4-BE49-F238E27FC236}">
                <a16:creationId xmlns:a16="http://schemas.microsoft.com/office/drawing/2014/main" id="{09A83963-379D-AB0F-C203-5C6B550E1F3A}"/>
              </a:ext>
            </a:extLst>
          </p:cNvPr>
          <p:cNvSpPr txBox="1"/>
          <p:nvPr/>
        </p:nvSpPr>
        <p:spPr>
          <a:xfrm>
            <a:off x="4555575" y="6371496"/>
            <a:ext cx="12824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12</a:t>
            </a:r>
          </a:p>
        </p:txBody>
      </p:sp>
      <p:sp>
        <p:nvSpPr>
          <p:cNvPr id="1630" name="TextBox 1629">
            <a:extLst>
              <a:ext uri="{FF2B5EF4-FFF2-40B4-BE49-F238E27FC236}">
                <a16:creationId xmlns:a16="http://schemas.microsoft.com/office/drawing/2014/main" id="{BAB637CD-1F8C-60EF-DED1-012FF336F99E}"/>
              </a:ext>
            </a:extLst>
          </p:cNvPr>
          <p:cNvSpPr txBox="1"/>
          <p:nvPr/>
        </p:nvSpPr>
        <p:spPr>
          <a:xfrm>
            <a:off x="4031189" y="6371496"/>
            <a:ext cx="12824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10</a:t>
            </a:r>
          </a:p>
        </p:txBody>
      </p:sp>
      <p:sp>
        <p:nvSpPr>
          <p:cNvPr id="1631" name="TextBox 1630">
            <a:extLst>
              <a:ext uri="{FF2B5EF4-FFF2-40B4-BE49-F238E27FC236}">
                <a16:creationId xmlns:a16="http://schemas.microsoft.com/office/drawing/2014/main" id="{C3110360-787E-D7E4-7C77-E6AA4C530BFF}"/>
              </a:ext>
            </a:extLst>
          </p:cNvPr>
          <p:cNvSpPr txBox="1"/>
          <p:nvPr/>
        </p:nvSpPr>
        <p:spPr>
          <a:xfrm>
            <a:off x="4293383" y="6371496"/>
            <a:ext cx="12824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11</a:t>
            </a:r>
          </a:p>
        </p:txBody>
      </p:sp>
      <p:sp>
        <p:nvSpPr>
          <p:cNvPr id="1632" name="TextBox 1631">
            <a:extLst>
              <a:ext uri="{FF2B5EF4-FFF2-40B4-BE49-F238E27FC236}">
                <a16:creationId xmlns:a16="http://schemas.microsoft.com/office/drawing/2014/main" id="{95E1765E-9C18-045C-EBD1-B2AC1EF328B3}"/>
              </a:ext>
            </a:extLst>
          </p:cNvPr>
          <p:cNvSpPr txBox="1"/>
          <p:nvPr/>
        </p:nvSpPr>
        <p:spPr>
          <a:xfrm>
            <a:off x="3262318" y="6371496"/>
            <a:ext cx="6411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7</a:t>
            </a:r>
          </a:p>
        </p:txBody>
      </p:sp>
      <p:sp>
        <p:nvSpPr>
          <p:cNvPr id="1633" name="TextBox 1632">
            <a:extLst>
              <a:ext uri="{FF2B5EF4-FFF2-40B4-BE49-F238E27FC236}">
                <a16:creationId xmlns:a16="http://schemas.microsoft.com/office/drawing/2014/main" id="{D0DA9A00-3348-2549-710A-FB49CD70FBA1}"/>
              </a:ext>
            </a:extLst>
          </p:cNvPr>
          <p:cNvSpPr txBox="1"/>
          <p:nvPr/>
        </p:nvSpPr>
        <p:spPr>
          <a:xfrm>
            <a:off x="3524516" y="6371496"/>
            <a:ext cx="6411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8</a:t>
            </a:r>
          </a:p>
        </p:txBody>
      </p:sp>
      <p:sp>
        <p:nvSpPr>
          <p:cNvPr id="1686" name="TextBox 1685">
            <a:extLst>
              <a:ext uri="{FF2B5EF4-FFF2-40B4-BE49-F238E27FC236}">
                <a16:creationId xmlns:a16="http://schemas.microsoft.com/office/drawing/2014/main" id="{1F78CCD4-50D3-FD04-55AC-8BBA23F96479}"/>
              </a:ext>
            </a:extLst>
          </p:cNvPr>
          <p:cNvSpPr txBox="1"/>
          <p:nvPr/>
        </p:nvSpPr>
        <p:spPr>
          <a:xfrm>
            <a:off x="4102273" y="6498755"/>
            <a:ext cx="617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a</a:t>
            </a:r>
          </a:p>
        </p:txBody>
      </p:sp>
      <p:sp>
        <p:nvSpPr>
          <p:cNvPr id="1687" name="TextBox 1686">
            <a:extLst>
              <a:ext uri="{FF2B5EF4-FFF2-40B4-BE49-F238E27FC236}">
                <a16:creationId xmlns:a16="http://schemas.microsoft.com/office/drawing/2014/main" id="{A14D0FDE-286B-3919-2B42-5FA2D7EF8B18}"/>
              </a:ext>
            </a:extLst>
          </p:cNvPr>
          <p:cNvSpPr txBox="1"/>
          <p:nvPr/>
        </p:nvSpPr>
        <p:spPr>
          <a:xfrm>
            <a:off x="4360445" y="6498755"/>
            <a:ext cx="6974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rgbClr val="0000FF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b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산스 Text" panose="020B0600000101010101" pitchFamily="34" charset="-127"/>
              <a:ea typeface="현대산스 Text" panose="020B0600000101010101" pitchFamily="34" charset="-127"/>
              <a:cs typeface="+mn-cs"/>
            </a:endParaRPr>
          </a:p>
        </p:txBody>
      </p:sp>
      <p:cxnSp>
        <p:nvCxnSpPr>
          <p:cNvPr id="1689" name="직선 연결선 1688">
            <a:extLst>
              <a:ext uri="{FF2B5EF4-FFF2-40B4-BE49-F238E27FC236}">
                <a16:creationId xmlns:a16="http://schemas.microsoft.com/office/drawing/2014/main" id="{8944012F-C44C-0297-F65C-C9E3BA7B0FB6}"/>
              </a:ext>
            </a:extLst>
          </p:cNvPr>
          <p:cNvCxnSpPr>
            <a:cxnSpLocks/>
            <a:stCxn id="25" idx="4"/>
            <a:endCxn id="143" idx="0"/>
          </p:cNvCxnSpPr>
          <p:nvPr/>
        </p:nvCxnSpPr>
        <p:spPr>
          <a:xfrm>
            <a:off x="3321172" y="3316580"/>
            <a:ext cx="0" cy="4164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2" name="직선 연결선 1691">
            <a:extLst>
              <a:ext uri="{FF2B5EF4-FFF2-40B4-BE49-F238E27FC236}">
                <a16:creationId xmlns:a16="http://schemas.microsoft.com/office/drawing/2014/main" id="{D2C0D82E-D596-9AF1-8452-E4041F9C1B79}"/>
              </a:ext>
            </a:extLst>
          </p:cNvPr>
          <p:cNvCxnSpPr>
            <a:cxnSpLocks/>
          </p:cNvCxnSpPr>
          <p:nvPr/>
        </p:nvCxnSpPr>
        <p:spPr>
          <a:xfrm>
            <a:off x="3578831" y="3316580"/>
            <a:ext cx="0" cy="4164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3" name="직선 연결선 1692">
            <a:extLst>
              <a:ext uri="{FF2B5EF4-FFF2-40B4-BE49-F238E27FC236}">
                <a16:creationId xmlns:a16="http://schemas.microsoft.com/office/drawing/2014/main" id="{53E7364E-6370-67CE-0A52-A94DC5FD8DF1}"/>
              </a:ext>
            </a:extLst>
          </p:cNvPr>
          <p:cNvCxnSpPr>
            <a:cxnSpLocks/>
          </p:cNvCxnSpPr>
          <p:nvPr/>
        </p:nvCxnSpPr>
        <p:spPr>
          <a:xfrm>
            <a:off x="3848115" y="3316580"/>
            <a:ext cx="0" cy="4164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4" name="직선 연결선 1693">
            <a:extLst>
              <a:ext uri="{FF2B5EF4-FFF2-40B4-BE49-F238E27FC236}">
                <a16:creationId xmlns:a16="http://schemas.microsoft.com/office/drawing/2014/main" id="{C7E231E1-E324-0BA6-08B1-CBF7A7DCCFE2}"/>
              </a:ext>
            </a:extLst>
          </p:cNvPr>
          <p:cNvCxnSpPr>
            <a:cxnSpLocks/>
            <a:endCxn id="1659" idx="0"/>
          </p:cNvCxnSpPr>
          <p:nvPr/>
        </p:nvCxnSpPr>
        <p:spPr>
          <a:xfrm flipH="1">
            <a:off x="3321172" y="5462959"/>
            <a:ext cx="153072" cy="451374"/>
          </a:xfrm>
          <a:prstGeom prst="lin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98" name="자유형: 도형 1697">
            <a:extLst>
              <a:ext uri="{FF2B5EF4-FFF2-40B4-BE49-F238E27FC236}">
                <a16:creationId xmlns:a16="http://schemas.microsoft.com/office/drawing/2014/main" id="{19723EEA-F891-26F1-A94B-D325B8B33E3F}"/>
              </a:ext>
            </a:extLst>
          </p:cNvPr>
          <p:cNvSpPr/>
          <p:nvPr/>
        </p:nvSpPr>
        <p:spPr>
          <a:xfrm>
            <a:off x="3421856" y="5431631"/>
            <a:ext cx="50006" cy="119062"/>
          </a:xfrm>
          <a:custGeom>
            <a:avLst/>
            <a:gdLst>
              <a:gd name="csX0" fmla="*/ 19050 w 50006"/>
              <a:gd name="csY0" fmla="*/ 119062 h 119062"/>
              <a:gd name="csX1" fmla="*/ 0 w 50006"/>
              <a:gd name="csY1" fmla="*/ 59531 h 119062"/>
              <a:gd name="csX2" fmla="*/ 26194 w 50006"/>
              <a:gd name="csY2" fmla="*/ 0 h 119062"/>
              <a:gd name="csX3" fmla="*/ 50006 w 50006"/>
              <a:gd name="csY3" fmla="*/ 35719 h 119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0006" h="119062">
                <a:moveTo>
                  <a:pt x="19050" y="119062"/>
                </a:moveTo>
                <a:lnTo>
                  <a:pt x="0" y="59531"/>
                </a:lnTo>
                <a:lnTo>
                  <a:pt x="26194" y="0"/>
                </a:lnTo>
                <a:lnTo>
                  <a:pt x="50006" y="35719"/>
                </a:ln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99" name="직선 연결선 1698">
            <a:extLst>
              <a:ext uri="{FF2B5EF4-FFF2-40B4-BE49-F238E27FC236}">
                <a16:creationId xmlns:a16="http://schemas.microsoft.com/office/drawing/2014/main" id="{8787B9FB-CF24-B6AA-59D9-997EA9942483}"/>
              </a:ext>
            </a:extLst>
          </p:cNvPr>
          <p:cNvCxnSpPr>
            <a:cxnSpLocks/>
          </p:cNvCxnSpPr>
          <p:nvPr/>
        </p:nvCxnSpPr>
        <p:spPr>
          <a:xfrm flipH="1">
            <a:off x="3581491" y="5462959"/>
            <a:ext cx="153072" cy="451374"/>
          </a:xfrm>
          <a:prstGeom prst="lin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00" name="자유형: 도형 1699">
            <a:extLst>
              <a:ext uri="{FF2B5EF4-FFF2-40B4-BE49-F238E27FC236}">
                <a16:creationId xmlns:a16="http://schemas.microsoft.com/office/drawing/2014/main" id="{CD6F4703-3517-01AD-3DBC-1E830CB68709}"/>
              </a:ext>
            </a:extLst>
          </p:cNvPr>
          <p:cNvSpPr/>
          <p:nvPr/>
        </p:nvSpPr>
        <p:spPr>
          <a:xfrm>
            <a:off x="3682175" y="5431631"/>
            <a:ext cx="50006" cy="119062"/>
          </a:xfrm>
          <a:custGeom>
            <a:avLst/>
            <a:gdLst>
              <a:gd name="csX0" fmla="*/ 19050 w 50006"/>
              <a:gd name="csY0" fmla="*/ 119062 h 119062"/>
              <a:gd name="csX1" fmla="*/ 0 w 50006"/>
              <a:gd name="csY1" fmla="*/ 59531 h 119062"/>
              <a:gd name="csX2" fmla="*/ 26194 w 50006"/>
              <a:gd name="csY2" fmla="*/ 0 h 119062"/>
              <a:gd name="csX3" fmla="*/ 50006 w 50006"/>
              <a:gd name="csY3" fmla="*/ 35719 h 119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0006" h="119062">
                <a:moveTo>
                  <a:pt x="19050" y="119062"/>
                </a:moveTo>
                <a:lnTo>
                  <a:pt x="0" y="59531"/>
                </a:lnTo>
                <a:lnTo>
                  <a:pt x="26194" y="0"/>
                </a:lnTo>
                <a:lnTo>
                  <a:pt x="50006" y="35719"/>
                </a:ln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01" name="직선 연결선 1700">
            <a:extLst>
              <a:ext uri="{FF2B5EF4-FFF2-40B4-BE49-F238E27FC236}">
                <a16:creationId xmlns:a16="http://schemas.microsoft.com/office/drawing/2014/main" id="{5B697160-7532-0176-D4A7-7F08D312917C}"/>
              </a:ext>
            </a:extLst>
          </p:cNvPr>
          <p:cNvCxnSpPr>
            <a:cxnSpLocks/>
          </p:cNvCxnSpPr>
          <p:nvPr/>
        </p:nvCxnSpPr>
        <p:spPr>
          <a:xfrm flipH="1">
            <a:off x="3854030" y="5462959"/>
            <a:ext cx="153072" cy="451374"/>
          </a:xfrm>
          <a:prstGeom prst="lin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02" name="자유형: 도형 1701">
            <a:extLst>
              <a:ext uri="{FF2B5EF4-FFF2-40B4-BE49-F238E27FC236}">
                <a16:creationId xmlns:a16="http://schemas.microsoft.com/office/drawing/2014/main" id="{75AFC457-1D55-C59A-CA22-A5118B3BD820}"/>
              </a:ext>
            </a:extLst>
          </p:cNvPr>
          <p:cNvSpPr/>
          <p:nvPr/>
        </p:nvSpPr>
        <p:spPr>
          <a:xfrm>
            <a:off x="3954714" y="5431631"/>
            <a:ext cx="50006" cy="119062"/>
          </a:xfrm>
          <a:custGeom>
            <a:avLst/>
            <a:gdLst>
              <a:gd name="csX0" fmla="*/ 19050 w 50006"/>
              <a:gd name="csY0" fmla="*/ 119062 h 119062"/>
              <a:gd name="csX1" fmla="*/ 0 w 50006"/>
              <a:gd name="csY1" fmla="*/ 59531 h 119062"/>
              <a:gd name="csX2" fmla="*/ 26194 w 50006"/>
              <a:gd name="csY2" fmla="*/ 0 h 119062"/>
              <a:gd name="csX3" fmla="*/ 50006 w 50006"/>
              <a:gd name="csY3" fmla="*/ 35719 h 119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0006" h="119062">
                <a:moveTo>
                  <a:pt x="19050" y="119062"/>
                </a:moveTo>
                <a:lnTo>
                  <a:pt x="0" y="59531"/>
                </a:lnTo>
                <a:lnTo>
                  <a:pt x="26194" y="0"/>
                </a:lnTo>
                <a:lnTo>
                  <a:pt x="50006" y="35719"/>
                </a:ln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3" name="사각형: 둥근 모서리 1702">
            <a:extLst>
              <a:ext uri="{FF2B5EF4-FFF2-40B4-BE49-F238E27FC236}">
                <a16:creationId xmlns:a16="http://schemas.microsoft.com/office/drawing/2014/main" id="{7AD3187D-5F29-E685-828D-5BCFD35E2CF8}"/>
              </a:ext>
            </a:extLst>
          </p:cNvPr>
          <p:cNvSpPr/>
          <p:nvPr/>
        </p:nvSpPr>
        <p:spPr>
          <a:xfrm>
            <a:off x="3235865" y="3424142"/>
            <a:ext cx="667494" cy="1954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EOCR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5F8EFD-32A0-247C-9A8A-DFA41E03C757}"/>
              </a:ext>
            </a:extLst>
          </p:cNvPr>
          <p:cNvSpPr txBox="1"/>
          <p:nvPr/>
        </p:nvSpPr>
        <p:spPr>
          <a:xfrm>
            <a:off x="7818983" y="4460021"/>
            <a:ext cx="4376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AC 220V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56E235-9F90-27F1-530B-D915E904B7B9}"/>
              </a:ext>
            </a:extLst>
          </p:cNvPr>
          <p:cNvSpPr txBox="1"/>
          <p:nvPr/>
        </p:nvSpPr>
        <p:spPr>
          <a:xfrm>
            <a:off x="7818983" y="6410588"/>
            <a:ext cx="4376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AC 220V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20A024-B4F9-4E51-9FD7-8AADC1FF5174}"/>
              </a:ext>
            </a:extLst>
          </p:cNvPr>
          <p:cNvSpPr txBox="1"/>
          <p:nvPr/>
        </p:nvSpPr>
        <p:spPr>
          <a:xfrm>
            <a:off x="3421857" y="830431"/>
            <a:ext cx="2963446" cy="13809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MCCB : 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배선 차단기</a:t>
            </a:r>
            <a:endParaRPr lang="en-US" altLang="ko-KR" sz="110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   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간선</a:t>
            </a: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전선</a:t>
            </a: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) 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단락 사고 보호</a:t>
            </a:r>
            <a:endParaRPr lang="en-US" altLang="ko-KR" sz="110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lvl="0">
              <a:spcBef>
                <a:spcPts val="400"/>
              </a:spcBef>
              <a:defRPr/>
            </a:pP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EOCR : 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전자식 과전류 계정기</a:t>
            </a:r>
            <a:endParaRPr lang="en-US" altLang="ko-KR" sz="110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lvl="0">
              <a:spcBef>
                <a:spcPts val="400"/>
              </a:spcBef>
              <a:defRPr/>
            </a:pP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   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전동기를 과부하로부터 보호</a:t>
            </a:r>
            <a:endParaRPr lang="en-US" altLang="ko-KR" sz="110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MC : 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전자 접촉기</a:t>
            </a:r>
            <a:endParaRPr lang="en-US" altLang="ko-KR" sz="110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   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전동기 주전원 개폐용으로 </a:t>
            </a: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ARC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에 의한 서징 방지</a:t>
            </a:r>
            <a:endParaRPr lang="en-US" altLang="ko-KR" sz="110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6932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3BF9C-8D42-8695-5EFF-6C7B6CBA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947325-C1E3-CCE7-D070-1164FB020A95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F15871-D9EB-16D8-FE58-3F7899269BBA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CDE3271A-EB05-738B-C7A8-E04E81930E01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치트키 [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넘버링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– 2/2]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3" name="Text 104">
            <a:extLst>
              <a:ext uri="{FF2B5EF4-FFF2-40B4-BE49-F238E27FC236}">
                <a16:creationId xmlns:a16="http://schemas.microsoft.com/office/drawing/2014/main" id="{E67EFEB4-C5D6-6199-F397-C40A58534254}"/>
              </a:ext>
            </a:extLst>
          </p:cNvPr>
          <p:cNvSpPr/>
          <p:nvPr/>
        </p:nvSpPr>
        <p:spPr>
          <a:xfrm>
            <a:off x="9845675" y="660196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447" name="Table 3">
            <a:extLst>
              <a:ext uri="{FF2B5EF4-FFF2-40B4-BE49-F238E27FC236}">
                <a16:creationId xmlns:a16="http://schemas.microsoft.com/office/drawing/2014/main" id="{FD9072EB-317D-3D54-3BB7-A83D917E4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804293"/>
              </p:ext>
            </p:extLst>
          </p:nvPr>
        </p:nvGraphicFramePr>
        <p:xfrm>
          <a:off x="218155" y="832321"/>
          <a:ext cx="4811045" cy="1745599"/>
        </p:xfrm>
        <a:graphic>
          <a:graphicData uri="http://schemas.openxmlformats.org/drawingml/2006/table">
            <a:tbl>
              <a:tblPr/>
              <a:tblGrid>
                <a:gridCol w="51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9975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17455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F5E8C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플로트</a:t>
                      </a:r>
                      <a:endParaRPr kumimoji="0" lang="en-US" altLang="ko-KR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F5E8C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F5E8C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리스</a:t>
                      </a:r>
                      <a:endParaRPr kumimoji="0" lang="en-US" altLang="ko-KR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F5E8C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F5E8C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스위치</a:t>
                      </a:r>
                      <a:endParaRPr kumimoji="0" lang="en-US" altLang="ko-KR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F5E8C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F5E8C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(FLS)</a:t>
                      </a: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49" name="사각형: 둥근 모서리 1448">
            <a:extLst>
              <a:ext uri="{FF2B5EF4-FFF2-40B4-BE49-F238E27FC236}">
                <a16:creationId xmlns:a16="http://schemas.microsoft.com/office/drawing/2014/main" id="{D7FCDBC4-C9F3-9078-2320-28A7F1EEE28B}"/>
              </a:ext>
            </a:extLst>
          </p:cNvPr>
          <p:cNvSpPr/>
          <p:nvPr/>
        </p:nvSpPr>
        <p:spPr>
          <a:xfrm>
            <a:off x="341436" y="733625"/>
            <a:ext cx="665074" cy="1880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8P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소켓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pSp>
        <p:nvGrpSpPr>
          <p:cNvPr id="1614" name="그룹 1613">
            <a:extLst>
              <a:ext uri="{FF2B5EF4-FFF2-40B4-BE49-F238E27FC236}">
                <a16:creationId xmlns:a16="http://schemas.microsoft.com/office/drawing/2014/main" id="{8B97F12B-676D-034B-497A-450DC6EBA42C}"/>
              </a:ext>
            </a:extLst>
          </p:cNvPr>
          <p:cNvGrpSpPr/>
          <p:nvPr/>
        </p:nvGrpSpPr>
        <p:grpSpPr>
          <a:xfrm>
            <a:off x="917634" y="1042530"/>
            <a:ext cx="798322" cy="1405948"/>
            <a:chOff x="255542" y="5226514"/>
            <a:chExt cx="634944" cy="1118218"/>
          </a:xfrm>
        </p:grpSpPr>
        <p:sp>
          <p:nvSpPr>
            <p:cNvPr id="1737" name="TextBox 1736">
              <a:extLst>
                <a:ext uri="{FF2B5EF4-FFF2-40B4-BE49-F238E27FC236}">
                  <a16:creationId xmlns:a16="http://schemas.microsoft.com/office/drawing/2014/main" id="{6D46ADBA-85B0-670C-680B-21ECC2EB213F}"/>
                </a:ext>
              </a:extLst>
            </p:cNvPr>
            <p:cNvSpPr txBox="1"/>
            <p:nvPr/>
          </p:nvSpPr>
          <p:spPr>
            <a:xfrm>
              <a:off x="291395" y="5540012"/>
              <a:ext cx="572706" cy="4039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FLS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플로트리스</a:t>
              </a:r>
              <a:endParaRPr lang="en-US" altLang="ko-KR" sz="900" dirty="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스위치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)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738" name="TextBox 1737">
              <a:extLst>
                <a:ext uri="{FF2B5EF4-FFF2-40B4-BE49-F238E27FC236}">
                  <a16:creationId xmlns:a16="http://schemas.microsoft.com/office/drawing/2014/main" id="{58AF82C0-5AE3-5789-C497-CC3640EECEDE}"/>
                </a:ext>
              </a:extLst>
            </p:cNvPr>
            <p:cNvSpPr txBox="1"/>
            <p:nvPr/>
          </p:nvSpPr>
          <p:spPr>
            <a:xfrm>
              <a:off x="292171" y="6142348"/>
              <a:ext cx="103271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E1</a:t>
              </a:r>
            </a:p>
          </p:txBody>
        </p:sp>
        <p:sp>
          <p:nvSpPr>
            <p:cNvPr id="1739" name="TextBox 1738">
              <a:extLst>
                <a:ext uri="{FF2B5EF4-FFF2-40B4-BE49-F238E27FC236}">
                  <a16:creationId xmlns:a16="http://schemas.microsoft.com/office/drawing/2014/main" id="{11BF0C85-20F8-327B-33F4-9EF590450A12}"/>
                </a:ext>
              </a:extLst>
            </p:cNvPr>
            <p:cNvSpPr txBox="1"/>
            <p:nvPr/>
          </p:nvSpPr>
          <p:spPr>
            <a:xfrm>
              <a:off x="448853" y="6142348"/>
              <a:ext cx="103271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E2</a:t>
              </a:r>
            </a:p>
          </p:txBody>
        </p:sp>
        <p:sp>
          <p:nvSpPr>
            <p:cNvPr id="1740" name="TextBox 1739">
              <a:extLst>
                <a:ext uri="{FF2B5EF4-FFF2-40B4-BE49-F238E27FC236}">
                  <a16:creationId xmlns:a16="http://schemas.microsoft.com/office/drawing/2014/main" id="{9F46C14C-1FBA-EC12-2F29-72077D991319}"/>
                </a:ext>
              </a:extLst>
            </p:cNvPr>
            <p:cNvSpPr txBox="1"/>
            <p:nvPr/>
          </p:nvSpPr>
          <p:spPr>
            <a:xfrm>
              <a:off x="605533" y="6142348"/>
              <a:ext cx="103271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E3</a:t>
              </a:r>
            </a:p>
          </p:txBody>
        </p:sp>
        <p:grpSp>
          <p:nvGrpSpPr>
            <p:cNvPr id="1741" name="그룹 1740">
              <a:extLst>
                <a:ext uri="{FF2B5EF4-FFF2-40B4-BE49-F238E27FC236}">
                  <a16:creationId xmlns:a16="http://schemas.microsoft.com/office/drawing/2014/main" id="{640E2336-D2ED-DD3F-BA28-5374059C5120}"/>
                </a:ext>
              </a:extLst>
            </p:cNvPr>
            <p:cNvGrpSpPr/>
            <p:nvPr/>
          </p:nvGrpSpPr>
          <p:grpSpPr>
            <a:xfrm>
              <a:off x="261836" y="5337486"/>
              <a:ext cx="628650" cy="785812"/>
              <a:chOff x="3206750" y="1576969"/>
              <a:chExt cx="628650" cy="785812"/>
            </a:xfrm>
          </p:grpSpPr>
          <p:grpSp>
            <p:nvGrpSpPr>
              <p:cNvPr id="1750" name="그룹 1749">
                <a:extLst>
                  <a:ext uri="{FF2B5EF4-FFF2-40B4-BE49-F238E27FC236}">
                    <a16:creationId xmlns:a16="http://schemas.microsoft.com/office/drawing/2014/main" id="{6A446F58-8E54-8266-78B3-1DCA8201C92F}"/>
                  </a:ext>
                </a:extLst>
              </p:cNvPr>
              <p:cNvGrpSpPr/>
              <p:nvPr/>
            </p:nvGrpSpPr>
            <p:grpSpPr>
              <a:xfrm>
                <a:off x="3206750" y="1576969"/>
                <a:ext cx="628650" cy="785812"/>
                <a:chOff x="4130675" y="1252538"/>
                <a:chExt cx="628650" cy="785812"/>
              </a:xfrm>
            </p:grpSpPr>
            <p:grpSp>
              <p:nvGrpSpPr>
                <p:cNvPr id="1759" name="그룹 1758">
                  <a:extLst>
                    <a:ext uri="{FF2B5EF4-FFF2-40B4-BE49-F238E27FC236}">
                      <a16:creationId xmlns:a16="http://schemas.microsoft.com/office/drawing/2014/main" id="{8E74322D-59BD-A72E-783C-1F46DF894EB9}"/>
                    </a:ext>
                  </a:extLst>
                </p:cNvPr>
                <p:cNvGrpSpPr/>
                <p:nvPr/>
              </p:nvGrpSpPr>
              <p:grpSpPr>
                <a:xfrm>
                  <a:off x="4157663" y="1270001"/>
                  <a:ext cx="103187" cy="103187"/>
                  <a:chOff x="2835274" y="1269999"/>
                  <a:chExt cx="117475" cy="117475"/>
                </a:xfrm>
              </p:grpSpPr>
              <p:sp>
                <p:nvSpPr>
                  <p:cNvPr id="1792" name="타원 1791">
                    <a:extLst>
                      <a:ext uri="{FF2B5EF4-FFF2-40B4-BE49-F238E27FC236}">
                        <a16:creationId xmlns:a16="http://schemas.microsoft.com/office/drawing/2014/main" id="{0DC176F4-A2FA-A9AD-AED3-9CEEA2B49826}"/>
                      </a:ext>
                    </a:extLst>
                  </p:cNvPr>
                  <p:cNvSpPr/>
                  <p:nvPr/>
                </p:nvSpPr>
                <p:spPr>
                  <a:xfrm>
                    <a:off x="2835274" y="1269999"/>
                    <a:ext cx="117475" cy="117475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793" name="더하기 기호 1792">
                    <a:extLst>
                      <a:ext uri="{FF2B5EF4-FFF2-40B4-BE49-F238E27FC236}">
                        <a16:creationId xmlns:a16="http://schemas.microsoft.com/office/drawing/2014/main" id="{BD56903D-8EAF-2121-6B93-37D6ADA3C708}"/>
                      </a:ext>
                    </a:extLst>
                  </p:cNvPr>
                  <p:cNvSpPr/>
                  <p:nvPr/>
                </p:nvSpPr>
                <p:spPr>
                  <a:xfrm>
                    <a:off x="2855911" y="1287461"/>
                    <a:ext cx="82550" cy="82550"/>
                  </a:xfrm>
                  <a:prstGeom prst="mathPlus">
                    <a:avLst>
                      <a:gd name="adj1" fmla="val 0"/>
                    </a:avLst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1760" name="그룹 1759">
                  <a:extLst>
                    <a:ext uri="{FF2B5EF4-FFF2-40B4-BE49-F238E27FC236}">
                      <a16:creationId xmlns:a16="http://schemas.microsoft.com/office/drawing/2014/main" id="{C76F51D0-A805-8939-214A-46C0AEA9E00A}"/>
                    </a:ext>
                  </a:extLst>
                </p:cNvPr>
                <p:cNvGrpSpPr/>
                <p:nvPr/>
              </p:nvGrpSpPr>
              <p:grpSpPr>
                <a:xfrm>
                  <a:off x="4130675" y="1252538"/>
                  <a:ext cx="628650" cy="134936"/>
                  <a:chOff x="3502025" y="1252538"/>
                  <a:chExt cx="628650" cy="134936"/>
                </a:xfrm>
              </p:grpSpPr>
              <p:sp>
                <p:nvSpPr>
                  <p:cNvPr id="1788" name="직사각형 1787">
                    <a:extLst>
                      <a:ext uri="{FF2B5EF4-FFF2-40B4-BE49-F238E27FC236}">
                        <a16:creationId xmlns:a16="http://schemas.microsoft.com/office/drawing/2014/main" id="{69D03B5D-12A7-0DB6-C28A-95B6A4C37E4B}"/>
                      </a:ext>
                    </a:extLst>
                  </p:cNvPr>
                  <p:cNvSpPr/>
                  <p:nvPr/>
                </p:nvSpPr>
                <p:spPr>
                  <a:xfrm>
                    <a:off x="3502025" y="1252538"/>
                    <a:ext cx="628650" cy="134936"/>
                  </a:xfrm>
                  <a:prstGeom prst="rect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789" name="직선 연결선 1788">
                    <a:extLst>
                      <a:ext uri="{FF2B5EF4-FFF2-40B4-BE49-F238E27FC236}">
                        <a16:creationId xmlns:a16="http://schemas.microsoft.com/office/drawing/2014/main" id="{0689D6BC-ADAC-AFBC-E1D4-6205F4322D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59188" y="1252538"/>
                    <a:ext cx="0" cy="134936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790" name="직선 연결선 1789">
                    <a:extLst>
                      <a:ext uri="{FF2B5EF4-FFF2-40B4-BE49-F238E27FC236}">
                        <a16:creationId xmlns:a16="http://schemas.microsoft.com/office/drawing/2014/main" id="{78C76763-DAC5-102A-FC13-241730E4BE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16351" y="1252538"/>
                    <a:ext cx="0" cy="134936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791" name="직선 연결선 1790">
                    <a:extLst>
                      <a:ext uri="{FF2B5EF4-FFF2-40B4-BE49-F238E27FC236}">
                        <a16:creationId xmlns:a16="http://schemas.microsoft.com/office/drawing/2014/main" id="{58A14C2B-7668-DAF1-9592-C880C37C15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73514" y="1252538"/>
                    <a:ext cx="0" cy="134936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sp>
              <p:nvSpPr>
                <p:cNvPr id="1761" name="직사각형 1760">
                  <a:extLst>
                    <a:ext uri="{FF2B5EF4-FFF2-40B4-BE49-F238E27FC236}">
                      <a16:creationId xmlns:a16="http://schemas.microsoft.com/office/drawing/2014/main" id="{B42E94B0-BC74-7A12-A826-EC85F432558A}"/>
                    </a:ext>
                  </a:extLst>
                </p:cNvPr>
                <p:cNvSpPr/>
                <p:nvPr/>
              </p:nvSpPr>
              <p:spPr>
                <a:xfrm>
                  <a:off x="4130675" y="1387474"/>
                  <a:ext cx="628650" cy="515940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grpSp>
              <p:nvGrpSpPr>
                <p:cNvPr id="1762" name="그룹 1761">
                  <a:extLst>
                    <a:ext uri="{FF2B5EF4-FFF2-40B4-BE49-F238E27FC236}">
                      <a16:creationId xmlns:a16="http://schemas.microsoft.com/office/drawing/2014/main" id="{A78C65B7-5055-90B8-49C8-4CF0F71FEC37}"/>
                    </a:ext>
                  </a:extLst>
                </p:cNvPr>
                <p:cNvGrpSpPr/>
                <p:nvPr/>
              </p:nvGrpSpPr>
              <p:grpSpPr>
                <a:xfrm>
                  <a:off x="4130675" y="1903414"/>
                  <a:ext cx="628650" cy="134936"/>
                  <a:chOff x="3502025" y="1252538"/>
                  <a:chExt cx="628650" cy="134936"/>
                </a:xfrm>
              </p:grpSpPr>
              <p:sp>
                <p:nvSpPr>
                  <p:cNvPr id="1784" name="직사각형 1783">
                    <a:extLst>
                      <a:ext uri="{FF2B5EF4-FFF2-40B4-BE49-F238E27FC236}">
                        <a16:creationId xmlns:a16="http://schemas.microsoft.com/office/drawing/2014/main" id="{D7F6F72B-612C-1913-60B6-4D380F33579B}"/>
                      </a:ext>
                    </a:extLst>
                  </p:cNvPr>
                  <p:cNvSpPr/>
                  <p:nvPr/>
                </p:nvSpPr>
                <p:spPr>
                  <a:xfrm>
                    <a:off x="3502025" y="1252538"/>
                    <a:ext cx="628650" cy="134936"/>
                  </a:xfrm>
                  <a:prstGeom prst="rect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785" name="직선 연결선 1784">
                    <a:extLst>
                      <a:ext uri="{FF2B5EF4-FFF2-40B4-BE49-F238E27FC236}">
                        <a16:creationId xmlns:a16="http://schemas.microsoft.com/office/drawing/2014/main" id="{DEC85809-44DE-5294-719A-5E189D3A87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59188" y="1252538"/>
                    <a:ext cx="0" cy="134936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786" name="직선 연결선 1785">
                    <a:extLst>
                      <a:ext uri="{FF2B5EF4-FFF2-40B4-BE49-F238E27FC236}">
                        <a16:creationId xmlns:a16="http://schemas.microsoft.com/office/drawing/2014/main" id="{F1806438-BAB9-6248-8905-2F9CCE50E5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16351" y="1252538"/>
                    <a:ext cx="0" cy="134936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787" name="직선 연결선 1786">
                    <a:extLst>
                      <a:ext uri="{FF2B5EF4-FFF2-40B4-BE49-F238E27FC236}">
                        <a16:creationId xmlns:a16="http://schemas.microsoft.com/office/drawing/2014/main" id="{E206FAD8-F27B-17A7-1489-761AE9A027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73514" y="1252538"/>
                    <a:ext cx="0" cy="134936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1763" name="그룹 1762">
                  <a:extLst>
                    <a:ext uri="{FF2B5EF4-FFF2-40B4-BE49-F238E27FC236}">
                      <a16:creationId xmlns:a16="http://schemas.microsoft.com/office/drawing/2014/main" id="{AC6D5CD5-C568-5392-0488-3A72AF1E5B5F}"/>
                    </a:ext>
                  </a:extLst>
                </p:cNvPr>
                <p:cNvGrpSpPr/>
                <p:nvPr/>
              </p:nvGrpSpPr>
              <p:grpSpPr>
                <a:xfrm>
                  <a:off x="4316413" y="1270001"/>
                  <a:ext cx="103187" cy="103187"/>
                  <a:chOff x="2835274" y="1269999"/>
                  <a:chExt cx="117475" cy="117475"/>
                </a:xfrm>
              </p:grpSpPr>
              <p:sp>
                <p:nvSpPr>
                  <p:cNvPr id="1782" name="타원 1781">
                    <a:extLst>
                      <a:ext uri="{FF2B5EF4-FFF2-40B4-BE49-F238E27FC236}">
                        <a16:creationId xmlns:a16="http://schemas.microsoft.com/office/drawing/2014/main" id="{D50B200A-CE34-BDEA-D953-A6EE17A8E4CC}"/>
                      </a:ext>
                    </a:extLst>
                  </p:cNvPr>
                  <p:cNvSpPr/>
                  <p:nvPr/>
                </p:nvSpPr>
                <p:spPr>
                  <a:xfrm>
                    <a:off x="2835274" y="1269999"/>
                    <a:ext cx="117475" cy="117475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783" name="더하기 기호 1782">
                    <a:extLst>
                      <a:ext uri="{FF2B5EF4-FFF2-40B4-BE49-F238E27FC236}">
                        <a16:creationId xmlns:a16="http://schemas.microsoft.com/office/drawing/2014/main" id="{98D10BC5-CA7C-31F9-3D5D-8D8E55F3245D}"/>
                      </a:ext>
                    </a:extLst>
                  </p:cNvPr>
                  <p:cNvSpPr/>
                  <p:nvPr/>
                </p:nvSpPr>
                <p:spPr>
                  <a:xfrm>
                    <a:off x="2855911" y="1287461"/>
                    <a:ext cx="82550" cy="82550"/>
                  </a:xfrm>
                  <a:prstGeom prst="mathPlus">
                    <a:avLst>
                      <a:gd name="adj1" fmla="val 0"/>
                    </a:avLst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1764" name="그룹 1763">
                  <a:extLst>
                    <a:ext uri="{FF2B5EF4-FFF2-40B4-BE49-F238E27FC236}">
                      <a16:creationId xmlns:a16="http://schemas.microsoft.com/office/drawing/2014/main" id="{078E2A10-A9D6-811B-223A-1492B041FB55}"/>
                    </a:ext>
                  </a:extLst>
                </p:cNvPr>
                <p:cNvGrpSpPr/>
                <p:nvPr/>
              </p:nvGrpSpPr>
              <p:grpSpPr>
                <a:xfrm>
                  <a:off x="4471988" y="1270001"/>
                  <a:ext cx="103187" cy="103187"/>
                  <a:chOff x="2835274" y="1269999"/>
                  <a:chExt cx="117475" cy="117475"/>
                </a:xfrm>
              </p:grpSpPr>
              <p:sp>
                <p:nvSpPr>
                  <p:cNvPr id="1780" name="타원 1779">
                    <a:extLst>
                      <a:ext uri="{FF2B5EF4-FFF2-40B4-BE49-F238E27FC236}">
                        <a16:creationId xmlns:a16="http://schemas.microsoft.com/office/drawing/2014/main" id="{9CD891DB-1A1A-E32A-59C4-8F9951E3D519}"/>
                      </a:ext>
                    </a:extLst>
                  </p:cNvPr>
                  <p:cNvSpPr/>
                  <p:nvPr/>
                </p:nvSpPr>
                <p:spPr>
                  <a:xfrm>
                    <a:off x="2835274" y="1269999"/>
                    <a:ext cx="117475" cy="117475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781" name="더하기 기호 1780">
                    <a:extLst>
                      <a:ext uri="{FF2B5EF4-FFF2-40B4-BE49-F238E27FC236}">
                        <a16:creationId xmlns:a16="http://schemas.microsoft.com/office/drawing/2014/main" id="{5082EDC7-A2BF-6010-7B82-8BE555856944}"/>
                      </a:ext>
                    </a:extLst>
                  </p:cNvPr>
                  <p:cNvSpPr/>
                  <p:nvPr/>
                </p:nvSpPr>
                <p:spPr>
                  <a:xfrm>
                    <a:off x="2855911" y="1287461"/>
                    <a:ext cx="82550" cy="82550"/>
                  </a:xfrm>
                  <a:prstGeom prst="mathPlus">
                    <a:avLst>
                      <a:gd name="adj1" fmla="val 0"/>
                    </a:avLst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1765" name="그룹 1764">
                  <a:extLst>
                    <a:ext uri="{FF2B5EF4-FFF2-40B4-BE49-F238E27FC236}">
                      <a16:creationId xmlns:a16="http://schemas.microsoft.com/office/drawing/2014/main" id="{BCC1CB9B-1B7D-544E-3880-DF30F3E35446}"/>
                    </a:ext>
                  </a:extLst>
                </p:cNvPr>
                <p:cNvGrpSpPr/>
                <p:nvPr/>
              </p:nvGrpSpPr>
              <p:grpSpPr>
                <a:xfrm>
                  <a:off x="4630738" y="1270001"/>
                  <a:ext cx="103187" cy="103187"/>
                  <a:chOff x="2835274" y="1269999"/>
                  <a:chExt cx="117475" cy="117475"/>
                </a:xfrm>
              </p:grpSpPr>
              <p:sp>
                <p:nvSpPr>
                  <p:cNvPr id="1778" name="타원 1777">
                    <a:extLst>
                      <a:ext uri="{FF2B5EF4-FFF2-40B4-BE49-F238E27FC236}">
                        <a16:creationId xmlns:a16="http://schemas.microsoft.com/office/drawing/2014/main" id="{AD50719C-7C8D-12E3-317E-B282C84FD58C}"/>
                      </a:ext>
                    </a:extLst>
                  </p:cNvPr>
                  <p:cNvSpPr/>
                  <p:nvPr/>
                </p:nvSpPr>
                <p:spPr>
                  <a:xfrm>
                    <a:off x="2835274" y="1269999"/>
                    <a:ext cx="117475" cy="117475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779" name="더하기 기호 1778">
                    <a:extLst>
                      <a:ext uri="{FF2B5EF4-FFF2-40B4-BE49-F238E27FC236}">
                        <a16:creationId xmlns:a16="http://schemas.microsoft.com/office/drawing/2014/main" id="{25AEE603-B93F-794B-FF84-0346E65C70CC}"/>
                      </a:ext>
                    </a:extLst>
                  </p:cNvPr>
                  <p:cNvSpPr/>
                  <p:nvPr/>
                </p:nvSpPr>
                <p:spPr>
                  <a:xfrm>
                    <a:off x="2855911" y="1287461"/>
                    <a:ext cx="82550" cy="82550"/>
                  </a:xfrm>
                  <a:prstGeom prst="mathPlus">
                    <a:avLst>
                      <a:gd name="adj1" fmla="val 0"/>
                    </a:avLst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1766" name="그룹 1765">
                  <a:extLst>
                    <a:ext uri="{FF2B5EF4-FFF2-40B4-BE49-F238E27FC236}">
                      <a16:creationId xmlns:a16="http://schemas.microsoft.com/office/drawing/2014/main" id="{A636874A-7034-5A44-0E68-370DB47DC4D5}"/>
                    </a:ext>
                  </a:extLst>
                </p:cNvPr>
                <p:cNvGrpSpPr/>
                <p:nvPr/>
              </p:nvGrpSpPr>
              <p:grpSpPr>
                <a:xfrm>
                  <a:off x="4157663" y="1919289"/>
                  <a:ext cx="103187" cy="103187"/>
                  <a:chOff x="2835274" y="1269999"/>
                  <a:chExt cx="117475" cy="117475"/>
                </a:xfrm>
              </p:grpSpPr>
              <p:sp>
                <p:nvSpPr>
                  <p:cNvPr id="1776" name="타원 1775">
                    <a:extLst>
                      <a:ext uri="{FF2B5EF4-FFF2-40B4-BE49-F238E27FC236}">
                        <a16:creationId xmlns:a16="http://schemas.microsoft.com/office/drawing/2014/main" id="{97681529-F1FA-7CA7-1A18-DE0AA819409A}"/>
                      </a:ext>
                    </a:extLst>
                  </p:cNvPr>
                  <p:cNvSpPr/>
                  <p:nvPr/>
                </p:nvSpPr>
                <p:spPr>
                  <a:xfrm>
                    <a:off x="2835274" y="1269999"/>
                    <a:ext cx="117475" cy="117475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777" name="더하기 기호 1776">
                    <a:extLst>
                      <a:ext uri="{FF2B5EF4-FFF2-40B4-BE49-F238E27FC236}">
                        <a16:creationId xmlns:a16="http://schemas.microsoft.com/office/drawing/2014/main" id="{C336F1F1-B001-CEA7-B63B-27A3876B40C7}"/>
                      </a:ext>
                    </a:extLst>
                  </p:cNvPr>
                  <p:cNvSpPr/>
                  <p:nvPr/>
                </p:nvSpPr>
                <p:spPr>
                  <a:xfrm>
                    <a:off x="2855911" y="1287461"/>
                    <a:ext cx="82550" cy="82550"/>
                  </a:xfrm>
                  <a:prstGeom prst="mathPlus">
                    <a:avLst>
                      <a:gd name="adj1" fmla="val 0"/>
                    </a:avLst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1767" name="그룹 1766">
                  <a:extLst>
                    <a:ext uri="{FF2B5EF4-FFF2-40B4-BE49-F238E27FC236}">
                      <a16:creationId xmlns:a16="http://schemas.microsoft.com/office/drawing/2014/main" id="{B68E31FB-3C58-941D-FAD9-C6566CC891BD}"/>
                    </a:ext>
                  </a:extLst>
                </p:cNvPr>
                <p:cNvGrpSpPr/>
                <p:nvPr/>
              </p:nvGrpSpPr>
              <p:grpSpPr>
                <a:xfrm>
                  <a:off x="4316413" y="1919289"/>
                  <a:ext cx="103187" cy="103187"/>
                  <a:chOff x="2835274" y="1269999"/>
                  <a:chExt cx="117475" cy="117475"/>
                </a:xfrm>
              </p:grpSpPr>
              <p:sp>
                <p:nvSpPr>
                  <p:cNvPr id="1774" name="타원 1773">
                    <a:extLst>
                      <a:ext uri="{FF2B5EF4-FFF2-40B4-BE49-F238E27FC236}">
                        <a16:creationId xmlns:a16="http://schemas.microsoft.com/office/drawing/2014/main" id="{5B4F6D7F-D3FD-4C2E-4F05-56AE4CA62194}"/>
                      </a:ext>
                    </a:extLst>
                  </p:cNvPr>
                  <p:cNvSpPr/>
                  <p:nvPr/>
                </p:nvSpPr>
                <p:spPr>
                  <a:xfrm>
                    <a:off x="2835274" y="1269999"/>
                    <a:ext cx="117475" cy="117475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775" name="더하기 기호 1774">
                    <a:extLst>
                      <a:ext uri="{FF2B5EF4-FFF2-40B4-BE49-F238E27FC236}">
                        <a16:creationId xmlns:a16="http://schemas.microsoft.com/office/drawing/2014/main" id="{D19E25BC-88C4-5B58-3641-324AC23126B0}"/>
                      </a:ext>
                    </a:extLst>
                  </p:cNvPr>
                  <p:cNvSpPr/>
                  <p:nvPr/>
                </p:nvSpPr>
                <p:spPr>
                  <a:xfrm>
                    <a:off x="2855911" y="1287461"/>
                    <a:ext cx="82550" cy="82550"/>
                  </a:xfrm>
                  <a:prstGeom prst="mathPlus">
                    <a:avLst>
                      <a:gd name="adj1" fmla="val 0"/>
                    </a:avLst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1768" name="그룹 1767">
                  <a:extLst>
                    <a:ext uri="{FF2B5EF4-FFF2-40B4-BE49-F238E27FC236}">
                      <a16:creationId xmlns:a16="http://schemas.microsoft.com/office/drawing/2014/main" id="{521AE451-70E8-9B1B-0DB3-EEDCDB715553}"/>
                    </a:ext>
                  </a:extLst>
                </p:cNvPr>
                <p:cNvGrpSpPr/>
                <p:nvPr/>
              </p:nvGrpSpPr>
              <p:grpSpPr>
                <a:xfrm>
                  <a:off x="4471988" y="1919289"/>
                  <a:ext cx="103187" cy="103187"/>
                  <a:chOff x="2835274" y="1269999"/>
                  <a:chExt cx="117475" cy="117475"/>
                </a:xfrm>
              </p:grpSpPr>
              <p:sp>
                <p:nvSpPr>
                  <p:cNvPr id="1772" name="타원 1771">
                    <a:extLst>
                      <a:ext uri="{FF2B5EF4-FFF2-40B4-BE49-F238E27FC236}">
                        <a16:creationId xmlns:a16="http://schemas.microsoft.com/office/drawing/2014/main" id="{9E967B79-3423-1338-4D5F-35A95A5DEFBA}"/>
                      </a:ext>
                    </a:extLst>
                  </p:cNvPr>
                  <p:cNvSpPr/>
                  <p:nvPr/>
                </p:nvSpPr>
                <p:spPr>
                  <a:xfrm>
                    <a:off x="2835274" y="1269999"/>
                    <a:ext cx="117475" cy="117475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773" name="더하기 기호 1772">
                    <a:extLst>
                      <a:ext uri="{FF2B5EF4-FFF2-40B4-BE49-F238E27FC236}">
                        <a16:creationId xmlns:a16="http://schemas.microsoft.com/office/drawing/2014/main" id="{B41B4352-3487-2900-2346-AA0C9E5758C9}"/>
                      </a:ext>
                    </a:extLst>
                  </p:cNvPr>
                  <p:cNvSpPr/>
                  <p:nvPr/>
                </p:nvSpPr>
                <p:spPr>
                  <a:xfrm>
                    <a:off x="2855911" y="1287461"/>
                    <a:ext cx="82550" cy="82550"/>
                  </a:xfrm>
                  <a:prstGeom prst="mathPlus">
                    <a:avLst>
                      <a:gd name="adj1" fmla="val 0"/>
                    </a:avLst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1769" name="그룹 1768">
                  <a:extLst>
                    <a:ext uri="{FF2B5EF4-FFF2-40B4-BE49-F238E27FC236}">
                      <a16:creationId xmlns:a16="http://schemas.microsoft.com/office/drawing/2014/main" id="{79B891BF-0625-FA55-3CB3-CA979F01CBB6}"/>
                    </a:ext>
                  </a:extLst>
                </p:cNvPr>
                <p:cNvGrpSpPr/>
                <p:nvPr/>
              </p:nvGrpSpPr>
              <p:grpSpPr>
                <a:xfrm>
                  <a:off x="4630738" y="1919289"/>
                  <a:ext cx="103187" cy="103187"/>
                  <a:chOff x="2835274" y="1269999"/>
                  <a:chExt cx="117475" cy="117475"/>
                </a:xfrm>
              </p:grpSpPr>
              <p:sp>
                <p:nvSpPr>
                  <p:cNvPr id="1770" name="타원 1769">
                    <a:extLst>
                      <a:ext uri="{FF2B5EF4-FFF2-40B4-BE49-F238E27FC236}">
                        <a16:creationId xmlns:a16="http://schemas.microsoft.com/office/drawing/2014/main" id="{0B830194-F34E-B2C7-598D-F5FF24FC3B80}"/>
                      </a:ext>
                    </a:extLst>
                  </p:cNvPr>
                  <p:cNvSpPr/>
                  <p:nvPr/>
                </p:nvSpPr>
                <p:spPr>
                  <a:xfrm>
                    <a:off x="2835274" y="1269999"/>
                    <a:ext cx="117475" cy="117475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771" name="더하기 기호 1770">
                    <a:extLst>
                      <a:ext uri="{FF2B5EF4-FFF2-40B4-BE49-F238E27FC236}">
                        <a16:creationId xmlns:a16="http://schemas.microsoft.com/office/drawing/2014/main" id="{15BFE4BE-2A32-1615-AD0A-432ADDD971AD}"/>
                      </a:ext>
                    </a:extLst>
                  </p:cNvPr>
                  <p:cNvSpPr/>
                  <p:nvPr/>
                </p:nvSpPr>
                <p:spPr>
                  <a:xfrm>
                    <a:off x="2855911" y="1287461"/>
                    <a:ext cx="82550" cy="82550"/>
                  </a:xfrm>
                  <a:prstGeom prst="mathPlus">
                    <a:avLst>
                      <a:gd name="adj1" fmla="val 0"/>
                    </a:avLst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</p:grpSp>
          <p:sp>
            <p:nvSpPr>
              <p:cNvPr id="1751" name="TextBox 1750">
                <a:extLst>
                  <a:ext uri="{FF2B5EF4-FFF2-40B4-BE49-F238E27FC236}">
                    <a16:creationId xmlns:a16="http://schemas.microsoft.com/office/drawing/2014/main" id="{1701B8CA-DF6D-E5AA-2864-C37E66B6294B}"/>
                  </a:ext>
                </a:extLst>
              </p:cNvPr>
              <p:cNvSpPr txBox="1"/>
              <p:nvPr/>
            </p:nvSpPr>
            <p:spPr>
              <a:xfrm>
                <a:off x="3263221" y="2143206"/>
                <a:ext cx="5099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7</a:t>
                </a:r>
              </a:p>
            </p:txBody>
          </p:sp>
          <p:sp>
            <p:nvSpPr>
              <p:cNvPr id="1752" name="TextBox 1751">
                <a:extLst>
                  <a:ext uri="{FF2B5EF4-FFF2-40B4-BE49-F238E27FC236}">
                    <a16:creationId xmlns:a16="http://schemas.microsoft.com/office/drawing/2014/main" id="{743D04E0-D980-7D87-8C3B-7061EEA262E3}"/>
                  </a:ext>
                </a:extLst>
              </p:cNvPr>
              <p:cNvSpPr txBox="1"/>
              <p:nvPr/>
            </p:nvSpPr>
            <p:spPr>
              <a:xfrm>
                <a:off x="3733261" y="2143206"/>
                <a:ext cx="5099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2</a:t>
                </a:r>
              </a:p>
            </p:txBody>
          </p:sp>
          <p:sp>
            <p:nvSpPr>
              <p:cNvPr id="1753" name="TextBox 1752">
                <a:extLst>
                  <a:ext uri="{FF2B5EF4-FFF2-40B4-BE49-F238E27FC236}">
                    <a16:creationId xmlns:a16="http://schemas.microsoft.com/office/drawing/2014/main" id="{EDB33694-D673-1B92-9A45-C286A642C13B}"/>
                  </a:ext>
                </a:extLst>
              </p:cNvPr>
              <p:cNvSpPr txBox="1"/>
              <p:nvPr/>
            </p:nvSpPr>
            <p:spPr>
              <a:xfrm>
                <a:off x="3419902" y="2143206"/>
                <a:ext cx="5099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8</a:t>
                </a:r>
              </a:p>
            </p:txBody>
          </p:sp>
          <p:sp>
            <p:nvSpPr>
              <p:cNvPr id="1754" name="TextBox 1753">
                <a:extLst>
                  <a:ext uri="{FF2B5EF4-FFF2-40B4-BE49-F238E27FC236}">
                    <a16:creationId xmlns:a16="http://schemas.microsoft.com/office/drawing/2014/main" id="{C04B415C-3B73-6AE7-CA02-4B87DE75EE6D}"/>
                  </a:ext>
                </a:extLst>
              </p:cNvPr>
              <p:cNvSpPr txBox="1"/>
              <p:nvPr/>
            </p:nvSpPr>
            <p:spPr>
              <a:xfrm>
                <a:off x="3576583" y="2143206"/>
                <a:ext cx="5099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1</a:t>
                </a:r>
              </a:p>
            </p:txBody>
          </p:sp>
          <p:sp>
            <p:nvSpPr>
              <p:cNvPr id="1755" name="TextBox 1754">
                <a:extLst>
                  <a:ext uri="{FF2B5EF4-FFF2-40B4-BE49-F238E27FC236}">
                    <a16:creationId xmlns:a16="http://schemas.microsoft.com/office/drawing/2014/main" id="{2337B05E-4F43-BA91-9B54-6D34AF2187C7}"/>
                  </a:ext>
                </a:extLst>
              </p:cNvPr>
              <p:cNvSpPr txBox="1"/>
              <p:nvPr/>
            </p:nvSpPr>
            <p:spPr>
              <a:xfrm>
                <a:off x="3263221" y="1721511"/>
                <a:ext cx="5099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6</a:t>
                </a:r>
              </a:p>
            </p:txBody>
          </p:sp>
          <p:sp>
            <p:nvSpPr>
              <p:cNvPr id="1756" name="TextBox 1755">
                <a:extLst>
                  <a:ext uri="{FF2B5EF4-FFF2-40B4-BE49-F238E27FC236}">
                    <a16:creationId xmlns:a16="http://schemas.microsoft.com/office/drawing/2014/main" id="{388AE48E-34A6-056F-19BC-975169550215}"/>
                  </a:ext>
                </a:extLst>
              </p:cNvPr>
              <p:cNvSpPr txBox="1"/>
              <p:nvPr/>
            </p:nvSpPr>
            <p:spPr>
              <a:xfrm>
                <a:off x="3733261" y="1721511"/>
                <a:ext cx="5099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3</a:t>
                </a:r>
              </a:p>
            </p:txBody>
          </p:sp>
          <p:sp>
            <p:nvSpPr>
              <p:cNvPr id="1757" name="TextBox 1756">
                <a:extLst>
                  <a:ext uri="{FF2B5EF4-FFF2-40B4-BE49-F238E27FC236}">
                    <a16:creationId xmlns:a16="http://schemas.microsoft.com/office/drawing/2014/main" id="{26CEAB07-C7C9-C2AE-7C7E-A60433C91F3D}"/>
                  </a:ext>
                </a:extLst>
              </p:cNvPr>
              <p:cNvSpPr txBox="1"/>
              <p:nvPr/>
            </p:nvSpPr>
            <p:spPr>
              <a:xfrm>
                <a:off x="3419902" y="1721511"/>
                <a:ext cx="5099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5</a:t>
                </a:r>
              </a:p>
            </p:txBody>
          </p:sp>
          <p:sp>
            <p:nvSpPr>
              <p:cNvPr id="1758" name="TextBox 1757">
                <a:extLst>
                  <a:ext uri="{FF2B5EF4-FFF2-40B4-BE49-F238E27FC236}">
                    <a16:creationId xmlns:a16="http://schemas.microsoft.com/office/drawing/2014/main" id="{58EA5E58-9196-700E-BC2B-69C083B7BA66}"/>
                  </a:ext>
                </a:extLst>
              </p:cNvPr>
              <p:cNvSpPr txBox="1"/>
              <p:nvPr/>
            </p:nvSpPr>
            <p:spPr>
              <a:xfrm>
                <a:off x="3576583" y="1721511"/>
                <a:ext cx="5099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4</a:t>
                </a:r>
              </a:p>
            </p:txBody>
          </p:sp>
        </p:grpSp>
        <p:sp>
          <p:nvSpPr>
            <p:cNvPr id="1742" name="TextBox 1741">
              <a:extLst>
                <a:ext uri="{FF2B5EF4-FFF2-40B4-BE49-F238E27FC236}">
                  <a16:creationId xmlns:a16="http://schemas.microsoft.com/office/drawing/2014/main" id="{2A0E680D-35F5-6625-74B6-19572D83E9D3}"/>
                </a:ext>
              </a:extLst>
            </p:cNvPr>
            <p:cNvSpPr txBox="1"/>
            <p:nvPr/>
          </p:nvSpPr>
          <p:spPr>
            <a:xfrm>
              <a:off x="788984" y="5234167"/>
              <a:ext cx="49724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a</a:t>
              </a:r>
            </a:p>
          </p:txBody>
        </p:sp>
        <p:sp>
          <p:nvSpPr>
            <p:cNvPr id="1743" name="TextBox 1742">
              <a:extLst>
                <a:ext uri="{FF2B5EF4-FFF2-40B4-BE49-F238E27FC236}">
                  <a16:creationId xmlns:a16="http://schemas.microsoft.com/office/drawing/2014/main" id="{1D91E4A4-9AF4-331E-AA63-8C7EC661BB46}"/>
                </a:ext>
              </a:extLst>
            </p:cNvPr>
            <p:cNvSpPr txBox="1"/>
            <p:nvPr/>
          </p:nvSpPr>
          <p:spPr>
            <a:xfrm>
              <a:off x="264764" y="6234577"/>
              <a:ext cx="158093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짧게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744" name="TextBox 1743">
              <a:extLst>
                <a:ext uri="{FF2B5EF4-FFF2-40B4-BE49-F238E27FC236}">
                  <a16:creationId xmlns:a16="http://schemas.microsoft.com/office/drawing/2014/main" id="{0B162284-0CAE-5E09-0FE4-186B2F544B34}"/>
                </a:ext>
              </a:extLst>
            </p:cNvPr>
            <p:cNvSpPr txBox="1"/>
            <p:nvPr/>
          </p:nvSpPr>
          <p:spPr>
            <a:xfrm>
              <a:off x="421443" y="6234577"/>
              <a:ext cx="158093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중간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745" name="TextBox 1744">
              <a:extLst>
                <a:ext uri="{FF2B5EF4-FFF2-40B4-BE49-F238E27FC236}">
                  <a16:creationId xmlns:a16="http://schemas.microsoft.com/office/drawing/2014/main" id="{229C648A-1FE3-2D54-C2A8-B60AB068D9EE}"/>
                </a:ext>
              </a:extLst>
            </p:cNvPr>
            <p:cNvSpPr txBox="1"/>
            <p:nvPr/>
          </p:nvSpPr>
          <p:spPr>
            <a:xfrm>
              <a:off x="578123" y="6234577"/>
              <a:ext cx="158093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길게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746" name="TextBox 1745">
              <a:extLst>
                <a:ext uri="{FF2B5EF4-FFF2-40B4-BE49-F238E27FC236}">
                  <a16:creationId xmlns:a16="http://schemas.microsoft.com/office/drawing/2014/main" id="{7AA54E7C-AE3F-D17B-F246-C4865CEACF85}"/>
                </a:ext>
              </a:extLst>
            </p:cNvPr>
            <p:cNvSpPr txBox="1"/>
            <p:nvPr/>
          </p:nvSpPr>
          <p:spPr>
            <a:xfrm>
              <a:off x="784194" y="6137336"/>
              <a:ext cx="56098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b</a:t>
              </a:r>
            </a:p>
          </p:txBody>
        </p:sp>
        <p:sp>
          <p:nvSpPr>
            <p:cNvPr id="1747" name="TextBox 1746">
              <a:extLst>
                <a:ext uri="{FF2B5EF4-FFF2-40B4-BE49-F238E27FC236}">
                  <a16:creationId xmlns:a16="http://schemas.microsoft.com/office/drawing/2014/main" id="{CC822CA2-49F8-A61A-E38E-B6BAC73A212F}"/>
                </a:ext>
              </a:extLst>
            </p:cNvPr>
            <p:cNvSpPr txBox="1"/>
            <p:nvPr/>
          </p:nvSpPr>
          <p:spPr>
            <a:xfrm>
              <a:off x="255542" y="5226517"/>
              <a:ext cx="158093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전원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748" name="TextBox 1747">
              <a:extLst>
                <a:ext uri="{FF2B5EF4-FFF2-40B4-BE49-F238E27FC236}">
                  <a16:creationId xmlns:a16="http://schemas.microsoft.com/office/drawing/2014/main" id="{ACD7B8C4-1666-8F09-5AE0-F5B3A495C780}"/>
                </a:ext>
              </a:extLst>
            </p:cNvPr>
            <p:cNvSpPr txBox="1"/>
            <p:nvPr/>
          </p:nvSpPr>
          <p:spPr>
            <a:xfrm>
              <a:off x="400657" y="5226514"/>
              <a:ext cx="177218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 전원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749" name="TextBox 1748">
              <a:extLst>
                <a:ext uri="{FF2B5EF4-FFF2-40B4-BE49-F238E27FC236}">
                  <a16:creationId xmlns:a16="http://schemas.microsoft.com/office/drawing/2014/main" id="{4430320F-9E7D-1ED9-7BB9-E9E258F20C46}"/>
                </a:ext>
              </a:extLst>
            </p:cNvPr>
            <p:cNvSpPr txBox="1"/>
            <p:nvPr/>
          </p:nvSpPr>
          <p:spPr>
            <a:xfrm>
              <a:off x="627672" y="5231277"/>
              <a:ext cx="48448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c</a:t>
              </a:r>
            </a:p>
          </p:txBody>
        </p:sp>
      </p:grpSp>
      <p:grpSp>
        <p:nvGrpSpPr>
          <p:cNvPr id="1615" name="그룹 1614">
            <a:extLst>
              <a:ext uri="{FF2B5EF4-FFF2-40B4-BE49-F238E27FC236}">
                <a16:creationId xmlns:a16="http://schemas.microsoft.com/office/drawing/2014/main" id="{2EBBB782-C928-DDC6-A7AE-78A33708EF90}"/>
              </a:ext>
            </a:extLst>
          </p:cNvPr>
          <p:cNvGrpSpPr/>
          <p:nvPr/>
        </p:nvGrpSpPr>
        <p:grpSpPr>
          <a:xfrm>
            <a:off x="1886020" y="1245085"/>
            <a:ext cx="1758027" cy="1014466"/>
            <a:chOff x="1171704" y="5359099"/>
            <a:chExt cx="1398243" cy="806854"/>
          </a:xfrm>
        </p:grpSpPr>
        <p:sp>
          <p:nvSpPr>
            <p:cNvPr id="1701" name="타원 1700">
              <a:extLst>
                <a:ext uri="{FF2B5EF4-FFF2-40B4-BE49-F238E27FC236}">
                  <a16:creationId xmlns:a16="http://schemas.microsoft.com/office/drawing/2014/main" id="{36178731-E2C2-6863-709E-127F3C1A15A0}"/>
                </a:ext>
              </a:extLst>
            </p:cNvPr>
            <p:cNvSpPr/>
            <p:nvPr/>
          </p:nvSpPr>
          <p:spPr>
            <a:xfrm>
              <a:off x="1171704" y="5388431"/>
              <a:ext cx="597696" cy="5976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02" name="타원 1701">
              <a:extLst>
                <a:ext uri="{FF2B5EF4-FFF2-40B4-BE49-F238E27FC236}">
                  <a16:creationId xmlns:a16="http://schemas.microsoft.com/office/drawing/2014/main" id="{65AD50F6-0C27-BEFF-FB1F-18393B861DA0}"/>
                </a:ext>
              </a:extLst>
            </p:cNvPr>
            <p:cNvSpPr/>
            <p:nvPr/>
          </p:nvSpPr>
          <p:spPr>
            <a:xfrm rot="10800000" flipV="1">
              <a:off x="1497032" y="5443244"/>
              <a:ext cx="86204" cy="862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5</a:t>
              </a:r>
              <a:endPara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03" name="타원 1702">
              <a:extLst>
                <a:ext uri="{FF2B5EF4-FFF2-40B4-BE49-F238E27FC236}">
                  <a16:creationId xmlns:a16="http://schemas.microsoft.com/office/drawing/2014/main" id="{A2F4314F-3D39-AE75-1463-21EDF983F454}"/>
                </a:ext>
              </a:extLst>
            </p:cNvPr>
            <p:cNvSpPr/>
            <p:nvPr/>
          </p:nvSpPr>
          <p:spPr>
            <a:xfrm rot="10800000" flipV="1">
              <a:off x="1347492" y="5443244"/>
              <a:ext cx="86204" cy="862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4</a:t>
              </a:r>
              <a:endPara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04" name="타원 1703">
              <a:extLst>
                <a:ext uri="{FF2B5EF4-FFF2-40B4-BE49-F238E27FC236}">
                  <a16:creationId xmlns:a16="http://schemas.microsoft.com/office/drawing/2014/main" id="{AEE51276-BA1B-41D2-6E2B-012103E731BE}"/>
                </a:ext>
              </a:extLst>
            </p:cNvPr>
            <p:cNvSpPr/>
            <p:nvPr/>
          </p:nvSpPr>
          <p:spPr>
            <a:xfrm rot="10800000" flipV="1">
              <a:off x="1221234" y="5557544"/>
              <a:ext cx="86204" cy="862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3</a:t>
              </a:r>
              <a:endPara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05" name="타원 1704">
              <a:extLst>
                <a:ext uri="{FF2B5EF4-FFF2-40B4-BE49-F238E27FC236}">
                  <a16:creationId xmlns:a16="http://schemas.microsoft.com/office/drawing/2014/main" id="{D02BEB90-1356-B505-26A7-B988D81AAAB0}"/>
                </a:ext>
              </a:extLst>
            </p:cNvPr>
            <p:cNvSpPr/>
            <p:nvPr/>
          </p:nvSpPr>
          <p:spPr>
            <a:xfrm rot="10800000" flipV="1">
              <a:off x="1221234" y="5716337"/>
              <a:ext cx="86204" cy="862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2</a:t>
              </a:r>
              <a:endPara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06" name="타원 1705">
              <a:extLst>
                <a:ext uri="{FF2B5EF4-FFF2-40B4-BE49-F238E27FC236}">
                  <a16:creationId xmlns:a16="http://schemas.microsoft.com/office/drawing/2014/main" id="{ECD9D53F-9CA4-B190-F699-97DA40ED29CF}"/>
                </a:ext>
              </a:extLst>
            </p:cNvPr>
            <p:cNvSpPr/>
            <p:nvPr/>
          </p:nvSpPr>
          <p:spPr>
            <a:xfrm rot="10800000" flipV="1">
              <a:off x="1347492" y="5845675"/>
              <a:ext cx="86204" cy="862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1</a:t>
              </a:r>
              <a:endPara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07" name="타원 1706">
              <a:extLst>
                <a:ext uri="{FF2B5EF4-FFF2-40B4-BE49-F238E27FC236}">
                  <a16:creationId xmlns:a16="http://schemas.microsoft.com/office/drawing/2014/main" id="{628D3930-2024-063D-E56E-F15F69060721}"/>
                </a:ext>
              </a:extLst>
            </p:cNvPr>
            <p:cNvSpPr/>
            <p:nvPr/>
          </p:nvSpPr>
          <p:spPr>
            <a:xfrm rot="10800000" flipV="1">
              <a:off x="1640093" y="5557544"/>
              <a:ext cx="86204" cy="862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6</a:t>
              </a:r>
              <a:endPara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08" name="타원 1707">
              <a:extLst>
                <a:ext uri="{FF2B5EF4-FFF2-40B4-BE49-F238E27FC236}">
                  <a16:creationId xmlns:a16="http://schemas.microsoft.com/office/drawing/2014/main" id="{674A70BF-CA0F-30A8-EE6B-B0A29112E9ED}"/>
                </a:ext>
              </a:extLst>
            </p:cNvPr>
            <p:cNvSpPr/>
            <p:nvPr/>
          </p:nvSpPr>
          <p:spPr>
            <a:xfrm rot="10800000" flipV="1">
              <a:off x="1640093" y="5716337"/>
              <a:ext cx="86204" cy="862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7</a:t>
              </a:r>
              <a:endPara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09" name="타원 1708">
              <a:extLst>
                <a:ext uri="{FF2B5EF4-FFF2-40B4-BE49-F238E27FC236}">
                  <a16:creationId xmlns:a16="http://schemas.microsoft.com/office/drawing/2014/main" id="{A6F0ECE3-39D0-122E-FBF6-CC8BDB9860BA}"/>
                </a:ext>
              </a:extLst>
            </p:cNvPr>
            <p:cNvSpPr/>
            <p:nvPr/>
          </p:nvSpPr>
          <p:spPr>
            <a:xfrm rot="10800000" flipV="1">
              <a:off x="1497032" y="5845675"/>
              <a:ext cx="86204" cy="862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8</a:t>
              </a:r>
              <a:endPara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710" name="그룹 1709">
              <a:extLst>
                <a:ext uri="{FF2B5EF4-FFF2-40B4-BE49-F238E27FC236}">
                  <a16:creationId xmlns:a16="http://schemas.microsoft.com/office/drawing/2014/main" id="{A0A9BC94-EB2F-5DF2-0E39-5CF2E0D9B6C4}"/>
                </a:ext>
              </a:extLst>
            </p:cNvPr>
            <p:cNvGrpSpPr/>
            <p:nvPr/>
          </p:nvGrpSpPr>
          <p:grpSpPr>
            <a:xfrm>
              <a:off x="1406066" y="5615887"/>
              <a:ext cx="127354" cy="152033"/>
              <a:chOff x="4286010" y="4299391"/>
              <a:chExt cx="127354" cy="152033"/>
            </a:xfrm>
          </p:grpSpPr>
          <p:sp>
            <p:nvSpPr>
              <p:cNvPr id="1733" name="타원 1732">
                <a:extLst>
                  <a:ext uri="{FF2B5EF4-FFF2-40B4-BE49-F238E27FC236}">
                    <a16:creationId xmlns:a16="http://schemas.microsoft.com/office/drawing/2014/main" id="{19408F2F-C2E5-1357-04C9-9E8F1612D22E}"/>
                  </a:ext>
                </a:extLst>
              </p:cNvPr>
              <p:cNvSpPr/>
              <p:nvPr/>
            </p:nvSpPr>
            <p:spPr>
              <a:xfrm rot="10800000" flipV="1">
                <a:off x="4286010" y="4299391"/>
                <a:ext cx="127354" cy="1273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734" name="그룹 1733">
                <a:extLst>
                  <a:ext uri="{FF2B5EF4-FFF2-40B4-BE49-F238E27FC236}">
                    <a16:creationId xmlns:a16="http://schemas.microsoft.com/office/drawing/2014/main" id="{7202305B-3F25-98CF-7E39-F7B718F03E7F}"/>
                  </a:ext>
                </a:extLst>
              </p:cNvPr>
              <p:cNvGrpSpPr/>
              <p:nvPr/>
            </p:nvGrpSpPr>
            <p:grpSpPr>
              <a:xfrm>
                <a:off x="4319351" y="4340330"/>
                <a:ext cx="55244" cy="111094"/>
                <a:chOff x="4393640" y="2393296"/>
                <a:chExt cx="64061" cy="128825"/>
              </a:xfrm>
              <a:solidFill>
                <a:schemeClr val="bg1"/>
              </a:solidFill>
            </p:grpSpPr>
            <p:sp>
              <p:nvSpPr>
                <p:cNvPr id="1735" name="타원 1734">
                  <a:extLst>
                    <a:ext uri="{FF2B5EF4-FFF2-40B4-BE49-F238E27FC236}">
                      <a16:creationId xmlns:a16="http://schemas.microsoft.com/office/drawing/2014/main" id="{03DB12CF-AF78-7DB7-791B-669E40A611B2}"/>
                    </a:ext>
                  </a:extLst>
                </p:cNvPr>
                <p:cNvSpPr/>
                <p:nvPr/>
              </p:nvSpPr>
              <p:spPr>
                <a:xfrm rot="16200000">
                  <a:off x="4361612" y="2434849"/>
                  <a:ext cx="128824" cy="45719"/>
                </a:xfrm>
                <a:prstGeom prst="ellipse">
                  <a:avLst/>
                </a:prstGeom>
                <a:grp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736" name="사각형: 둥근 모서리 1735">
                  <a:extLst>
                    <a:ext uri="{FF2B5EF4-FFF2-40B4-BE49-F238E27FC236}">
                      <a16:creationId xmlns:a16="http://schemas.microsoft.com/office/drawing/2014/main" id="{6F8A1A14-172B-14A7-9C1D-286059DD57A9}"/>
                    </a:ext>
                  </a:extLst>
                </p:cNvPr>
                <p:cNvSpPr/>
                <p:nvPr/>
              </p:nvSpPr>
              <p:spPr>
                <a:xfrm>
                  <a:off x="4393640" y="2393296"/>
                  <a:ext cx="64061" cy="832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1711" name="TextBox 1710">
              <a:extLst>
                <a:ext uri="{FF2B5EF4-FFF2-40B4-BE49-F238E27FC236}">
                  <a16:creationId xmlns:a16="http://schemas.microsoft.com/office/drawing/2014/main" id="{2EDE97D8-A7BE-D3D9-467B-FA0017C5402D}"/>
                </a:ext>
              </a:extLst>
            </p:cNvPr>
            <p:cNvSpPr txBox="1"/>
            <p:nvPr/>
          </p:nvSpPr>
          <p:spPr>
            <a:xfrm>
              <a:off x="1308478" y="5601429"/>
              <a:ext cx="49724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a</a:t>
              </a:r>
            </a:p>
          </p:txBody>
        </p:sp>
        <p:sp>
          <p:nvSpPr>
            <p:cNvPr id="1712" name="TextBox 1711">
              <a:extLst>
                <a:ext uri="{FF2B5EF4-FFF2-40B4-BE49-F238E27FC236}">
                  <a16:creationId xmlns:a16="http://schemas.microsoft.com/office/drawing/2014/main" id="{3318ED00-4066-5FCA-3025-481C7E5515D4}"/>
                </a:ext>
              </a:extLst>
            </p:cNvPr>
            <p:cNvSpPr txBox="1"/>
            <p:nvPr/>
          </p:nvSpPr>
          <p:spPr>
            <a:xfrm>
              <a:off x="1309668" y="5734923"/>
              <a:ext cx="56098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b</a:t>
              </a:r>
            </a:p>
          </p:txBody>
        </p:sp>
        <p:sp>
          <p:nvSpPr>
            <p:cNvPr id="1713" name="TextBox 1712">
              <a:extLst>
                <a:ext uri="{FF2B5EF4-FFF2-40B4-BE49-F238E27FC236}">
                  <a16:creationId xmlns:a16="http://schemas.microsoft.com/office/drawing/2014/main" id="{7BAE915D-D58F-DCD6-AFE8-DC8FEAFF22CB}"/>
                </a:ext>
              </a:extLst>
            </p:cNvPr>
            <p:cNvSpPr txBox="1"/>
            <p:nvPr/>
          </p:nvSpPr>
          <p:spPr>
            <a:xfrm>
              <a:off x="1375208" y="5529448"/>
              <a:ext cx="48448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c</a:t>
              </a:r>
            </a:p>
          </p:txBody>
        </p:sp>
        <p:sp>
          <p:nvSpPr>
            <p:cNvPr id="1714" name="자유형: 도형 1713">
              <a:extLst>
                <a:ext uri="{FF2B5EF4-FFF2-40B4-BE49-F238E27FC236}">
                  <a16:creationId xmlns:a16="http://schemas.microsoft.com/office/drawing/2014/main" id="{2BFEABFE-DC33-0B72-9F40-AAACA442F6D9}"/>
                </a:ext>
              </a:extLst>
            </p:cNvPr>
            <p:cNvSpPr/>
            <p:nvPr/>
          </p:nvSpPr>
          <p:spPr>
            <a:xfrm>
              <a:off x="1569738" y="5359099"/>
              <a:ext cx="488950" cy="95250"/>
            </a:xfrm>
            <a:custGeom>
              <a:avLst/>
              <a:gdLst>
                <a:gd name="csX0" fmla="*/ 0 w 488950"/>
                <a:gd name="csY0" fmla="*/ 95250 h 95250"/>
                <a:gd name="csX1" fmla="*/ 146050 w 488950"/>
                <a:gd name="csY1" fmla="*/ 0 h 95250"/>
                <a:gd name="csX2" fmla="*/ 488950 w 488950"/>
                <a:gd name="csY2" fmla="*/ 0 h 95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88950" h="95250">
                  <a:moveTo>
                    <a:pt x="0" y="95250"/>
                  </a:moveTo>
                  <a:lnTo>
                    <a:pt x="146050" y="0"/>
                  </a:lnTo>
                  <a:lnTo>
                    <a:pt x="488950" y="0"/>
                  </a:lnTo>
                </a:path>
              </a:pathLst>
            </a:cu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15" name="자유형: 도형 1714">
              <a:extLst>
                <a:ext uri="{FF2B5EF4-FFF2-40B4-BE49-F238E27FC236}">
                  <a16:creationId xmlns:a16="http://schemas.microsoft.com/office/drawing/2014/main" id="{7063E02A-516D-EA74-B3A6-192010475D44}"/>
                </a:ext>
              </a:extLst>
            </p:cNvPr>
            <p:cNvSpPr/>
            <p:nvPr/>
          </p:nvSpPr>
          <p:spPr>
            <a:xfrm>
              <a:off x="1719758" y="5493092"/>
              <a:ext cx="338930" cy="95250"/>
            </a:xfrm>
            <a:custGeom>
              <a:avLst/>
              <a:gdLst>
                <a:gd name="csX0" fmla="*/ 0 w 488950"/>
                <a:gd name="csY0" fmla="*/ 95250 h 95250"/>
                <a:gd name="csX1" fmla="*/ 146050 w 488950"/>
                <a:gd name="csY1" fmla="*/ 0 h 95250"/>
                <a:gd name="csX2" fmla="*/ 488950 w 488950"/>
                <a:gd name="csY2" fmla="*/ 0 h 95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88950" h="95250">
                  <a:moveTo>
                    <a:pt x="0" y="95250"/>
                  </a:moveTo>
                  <a:lnTo>
                    <a:pt x="146050" y="0"/>
                  </a:lnTo>
                  <a:lnTo>
                    <a:pt x="488950" y="0"/>
                  </a:lnTo>
                </a:path>
              </a:pathLst>
            </a:cu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16" name="TextBox 1715">
              <a:extLst>
                <a:ext uri="{FF2B5EF4-FFF2-40B4-BE49-F238E27FC236}">
                  <a16:creationId xmlns:a16="http://schemas.microsoft.com/office/drawing/2014/main" id="{A0A47526-7608-44EB-5FBF-1184B5FF1F5C}"/>
                </a:ext>
              </a:extLst>
            </p:cNvPr>
            <p:cNvSpPr txBox="1"/>
            <p:nvPr/>
          </p:nvSpPr>
          <p:spPr>
            <a:xfrm>
              <a:off x="1752556" y="5383906"/>
              <a:ext cx="348060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AC 220V</a:t>
              </a:r>
            </a:p>
          </p:txBody>
        </p:sp>
        <p:sp>
          <p:nvSpPr>
            <p:cNvPr id="1717" name="사각형: 둥근 모서리 1716">
              <a:extLst>
                <a:ext uri="{FF2B5EF4-FFF2-40B4-BE49-F238E27FC236}">
                  <a16:creationId xmlns:a16="http://schemas.microsoft.com/office/drawing/2014/main" id="{A2145CEF-9EAA-BEC7-EC10-1451A1434674}"/>
                </a:ext>
              </a:extLst>
            </p:cNvPr>
            <p:cNvSpPr/>
            <p:nvPr/>
          </p:nvSpPr>
          <p:spPr>
            <a:xfrm>
              <a:off x="1829485" y="5711267"/>
              <a:ext cx="109587" cy="388503"/>
            </a:xfrm>
            <a:prstGeom prst="roundRect">
              <a:avLst/>
            </a:prstGeom>
            <a:noFill/>
            <a:ln w="952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18" name="타원 1717">
              <a:extLst>
                <a:ext uri="{FF2B5EF4-FFF2-40B4-BE49-F238E27FC236}">
                  <a16:creationId xmlns:a16="http://schemas.microsoft.com/office/drawing/2014/main" id="{45A937AD-7B77-51D0-1A61-13C1D28A0748}"/>
                </a:ext>
              </a:extLst>
            </p:cNvPr>
            <p:cNvSpPr/>
            <p:nvPr/>
          </p:nvSpPr>
          <p:spPr>
            <a:xfrm>
              <a:off x="1861214" y="5737772"/>
              <a:ext cx="45719" cy="45719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19" name="타원 1718">
              <a:extLst>
                <a:ext uri="{FF2B5EF4-FFF2-40B4-BE49-F238E27FC236}">
                  <a16:creationId xmlns:a16="http://schemas.microsoft.com/office/drawing/2014/main" id="{6865510B-178A-FB4C-C16C-5F607ED1C151}"/>
                </a:ext>
              </a:extLst>
            </p:cNvPr>
            <p:cNvSpPr/>
            <p:nvPr/>
          </p:nvSpPr>
          <p:spPr>
            <a:xfrm>
              <a:off x="1861214" y="5867195"/>
              <a:ext cx="45719" cy="45719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20" name="타원 1719">
              <a:extLst>
                <a:ext uri="{FF2B5EF4-FFF2-40B4-BE49-F238E27FC236}">
                  <a16:creationId xmlns:a16="http://schemas.microsoft.com/office/drawing/2014/main" id="{DDF5C6F2-741A-CC97-5C7A-347FA7B9035E}"/>
                </a:ext>
              </a:extLst>
            </p:cNvPr>
            <p:cNvSpPr/>
            <p:nvPr/>
          </p:nvSpPr>
          <p:spPr>
            <a:xfrm>
              <a:off x="1861214" y="6013286"/>
              <a:ext cx="45719" cy="45719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721" name="직선 연결선 1720">
              <a:extLst>
                <a:ext uri="{FF2B5EF4-FFF2-40B4-BE49-F238E27FC236}">
                  <a16:creationId xmlns:a16="http://schemas.microsoft.com/office/drawing/2014/main" id="{6AEF5F3B-D50A-A95F-DC47-21EB8CD36EC1}"/>
                </a:ext>
              </a:extLst>
            </p:cNvPr>
            <p:cNvCxnSpPr>
              <a:cxnSpLocks/>
              <a:stCxn id="1718" idx="2"/>
              <a:endCxn id="1708" idx="2"/>
            </p:cNvCxnSpPr>
            <p:nvPr/>
          </p:nvCxnSpPr>
          <p:spPr>
            <a:xfrm flipH="1" flipV="1">
              <a:off x="1726297" y="5759439"/>
              <a:ext cx="134917" cy="119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22" name="직선 연결선 1721">
              <a:extLst>
                <a:ext uri="{FF2B5EF4-FFF2-40B4-BE49-F238E27FC236}">
                  <a16:creationId xmlns:a16="http://schemas.microsoft.com/office/drawing/2014/main" id="{6AC5DFCF-1175-D06A-233A-F4E0BF266CBF}"/>
                </a:ext>
              </a:extLst>
            </p:cNvPr>
            <p:cNvCxnSpPr>
              <a:cxnSpLocks/>
              <a:stCxn id="1719" idx="2"/>
              <a:endCxn id="1709" idx="2"/>
            </p:cNvCxnSpPr>
            <p:nvPr/>
          </p:nvCxnSpPr>
          <p:spPr>
            <a:xfrm flipH="1" flipV="1">
              <a:off x="1583236" y="5888777"/>
              <a:ext cx="277978" cy="1278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723" name="그룹 1722">
              <a:extLst>
                <a:ext uri="{FF2B5EF4-FFF2-40B4-BE49-F238E27FC236}">
                  <a16:creationId xmlns:a16="http://schemas.microsoft.com/office/drawing/2014/main" id="{F68A0EA3-955E-2509-F55B-C634781C30D2}"/>
                </a:ext>
              </a:extLst>
            </p:cNvPr>
            <p:cNvGrpSpPr/>
            <p:nvPr/>
          </p:nvGrpSpPr>
          <p:grpSpPr>
            <a:xfrm>
              <a:off x="1344697" y="6137336"/>
              <a:ext cx="91648" cy="28617"/>
              <a:chOff x="2861102" y="5818326"/>
              <a:chExt cx="91648" cy="28617"/>
            </a:xfrm>
          </p:grpSpPr>
          <p:cxnSp>
            <p:nvCxnSpPr>
              <p:cNvPr id="1730" name="직선 연결선 1729">
                <a:extLst>
                  <a:ext uri="{FF2B5EF4-FFF2-40B4-BE49-F238E27FC236}">
                    <a16:creationId xmlns:a16="http://schemas.microsoft.com/office/drawing/2014/main" id="{C80573B5-54F7-D12F-1786-D0EEC04935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1102" y="5818326"/>
                <a:ext cx="916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1" name="직선 연결선 1730">
                <a:extLst>
                  <a:ext uri="{FF2B5EF4-FFF2-40B4-BE49-F238E27FC236}">
                    <a16:creationId xmlns:a16="http://schemas.microsoft.com/office/drawing/2014/main" id="{F96A6E9A-A331-E660-09AB-DBA4644607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3009" y="5832635"/>
                <a:ext cx="6783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2" name="직선 연결선 1731">
                <a:extLst>
                  <a:ext uri="{FF2B5EF4-FFF2-40B4-BE49-F238E27FC236}">
                    <a16:creationId xmlns:a16="http://schemas.microsoft.com/office/drawing/2014/main" id="{B9E798E1-B1C3-2C22-34A1-9F07DE5AB2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4955" y="5846943"/>
                <a:ext cx="4394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24" name="직선 연결선 1723">
              <a:extLst>
                <a:ext uri="{FF2B5EF4-FFF2-40B4-BE49-F238E27FC236}">
                  <a16:creationId xmlns:a16="http://schemas.microsoft.com/office/drawing/2014/main" id="{EC82E9B5-FB69-B6F0-C7BE-72A0D8D64B0D}"/>
                </a:ext>
              </a:extLst>
            </p:cNvPr>
            <p:cNvCxnSpPr>
              <a:cxnSpLocks/>
              <a:endCxn id="1726" idx="6"/>
            </p:cNvCxnSpPr>
            <p:nvPr/>
          </p:nvCxnSpPr>
          <p:spPr>
            <a:xfrm flipH="1" flipV="1">
              <a:off x="1412147" y="6036146"/>
              <a:ext cx="449067" cy="1621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25" name="직선 연결선 1724">
              <a:extLst>
                <a:ext uri="{FF2B5EF4-FFF2-40B4-BE49-F238E27FC236}">
                  <a16:creationId xmlns:a16="http://schemas.microsoft.com/office/drawing/2014/main" id="{7A5B5AE0-D410-C37A-D41F-60FBCB36D4F7}"/>
                </a:ext>
              </a:extLst>
            </p:cNvPr>
            <p:cNvCxnSpPr>
              <a:cxnSpLocks/>
              <a:endCxn id="1706" idx="4"/>
            </p:cNvCxnSpPr>
            <p:nvPr/>
          </p:nvCxnSpPr>
          <p:spPr>
            <a:xfrm flipV="1">
              <a:off x="1390594" y="5931879"/>
              <a:ext cx="0" cy="202815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26" name="타원 1725">
              <a:extLst>
                <a:ext uri="{FF2B5EF4-FFF2-40B4-BE49-F238E27FC236}">
                  <a16:creationId xmlns:a16="http://schemas.microsoft.com/office/drawing/2014/main" id="{8DA7E8B5-7DF1-9F18-6780-5980C713B5AB}"/>
                </a:ext>
              </a:extLst>
            </p:cNvPr>
            <p:cNvSpPr/>
            <p:nvPr/>
          </p:nvSpPr>
          <p:spPr>
            <a:xfrm>
              <a:off x="1366428" y="6013286"/>
              <a:ext cx="45719" cy="45719"/>
            </a:xfrm>
            <a:prstGeom prst="ellipse">
              <a:avLst/>
            </a:prstGeom>
            <a:solidFill>
              <a:schemeClr val="tx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27" name="TextBox 1726">
              <a:extLst>
                <a:ext uri="{FF2B5EF4-FFF2-40B4-BE49-F238E27FC236}">
                  <a16:creationId xmlns:a16="http://schemas.microsoft.com/office/drawing/2014/main" id="{59F9B4E0-8CD1-48ED-0794-202CFD91338B}"/>
                </a:ext>
              </a:extLst>
            </p:cNvPr>
            <p:cNvSpPr txBox="1"/>
            <p:nvPr/>
          </p:nvSpPr>
          <p:spPr>
            <a:xfrm>
              <a:off x="1969447" y="5715630"/>
              <a:ext cx="399058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E1(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만수위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)</a:t>
              </a:r>
            </a:p>
          </p:txBody>
        </p:sp>
        <p:sp>
          <p:nvSpPr>
            <p:cNvPr id="1728" name="TextBox 1727">
              <a:extLst>
                <a:ext uri="{FF2B5EF4-FFF2-40B4-BE49-F238E27FC236}">
                  <a16:creationId xmlns:a16="http://schemas.microsoft.com/office/drawing/2014/main" id="{13527CDC-4689-26C8-0B93-D1B9DC3BE71A}"/>
                </a:ext>
              </a:extLst>
            </p:cNvPr>
            <p:cNvSpPr txBox="1"/>
            <p:nvPr/>
          </p:nvSpPr>
          <p:spPr>
            <a:xfrm>
              <a:off x="1969447" y="5853850"/>
              <a:ext cx="399058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E2(</a:t>
              </a:r>
              <a:r>
                <a:rPr kumimoji="0" lang="ko-KR" alt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갈수위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)</a:t>
              </a:r>
            </a:p>
          </p:txBody>
        </p:sp>
        <p:sp>
          <p:nvSpPr>
            <p:cNvPr id="1729" name="TextBox 1728">
              <a:extLst>
                <a:ext uri="{FF2B5EF4-FFF2-40B4-BE49-F238E27FC236}">
                  <a16:creationId xmlns:a16="http://schemas.microsoft.com/office/drawing/2014/main" id="{3A933393-DC14-A77E-E8E5-E5CDF5E1D5AB}"/>
                </a:ext>
              </a:extLst>
            </p:cNvPr>
            <p:cNvSpPr txBox="1"/>
            <p:nvPr/>
          </p:nvSpPr>
          <p:spPr>
            <a:xfrm>
              <a:off x="1969447" y="5996583"/>
              <a:ext cx="600500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E3(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물 유무 확인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)</a:t>
              </a:r>
            </a:p>
          </p:txBody>
        </p:sp>
      </p:grpSp>
      <p:grpSp>
        <p:nvGrpSpPr>
          <p:cNvPr id="1616" name="그룹 1615">
            <a:extLst>
              <a:ext uri="{FF2B5EF4-FFF2-40B4-BE49-F238E27FC236}">
                <a16:creationId xmlns:a16="http://schemas.microsoft.com/office/drawing/2014/main" id="{D914F1C3-08AA-17AA-8AF4-1CE88CBCABA3}"/>
              </a:ext>
            </a:extLst>
          </p:cNvPr>
          <p:cNvGrpSpPr/>
          <p:nvPr/>
        </p:nvGrpSpPr>
        <p:grpSpPr>
          <a:xfrm>
            <a:off x="3541022" y="896212"/>
            <a:ext cx="1362324" cy="1627812"/>
            <a:chOff x="2437300" y="5144104"/>
            <a:chExt cx="1083522" cy="1294678"/>
          </a:xfrm>
        </p:grpSpPr>
        <p:grpSp>
          <p:nvGrpSpPr>
            <p:cNvPr id="1617" name="그룹 1616">
              <a:extLst>
                <a:ext uri="{FF2B5EF4-FFF2-40B4-BE49-F238E27FC236}">
                  <a16:creationId xmlns:a16="http://schemas.microsoft.com/office/drawing/2014/main" id="{45C3D710-E366-A584-FCCA-9F7927FE6503}"/>
                </a:ext>
              </a:extLst>
            </p:cNvPr>
            <p:cNvGrpSpPr/>
            <p:nvPr/>
          </p:nvGrpSpPr>
          <p:grpSpPr>
            <a:xfrm>
              <a:off x="2890479" y="5144104"/>
              <a:ext cx="630343" cy="1197440"/>
              <a:chOff x="5512359" y="1383587"/>
              <a:chExt cx="630343" cy="1197440"/>
            </a:xfrm>
          </p:grpSpPr>
          <p:sp>
            <p:nvSpPr>
              <p:cNvPr id="1627" name="TextBox 1626">
                <a:extLst>
                  <a:ext uri="{FF2B5EF4-FFF2-40B4-BE49-F238E27FC236}">
                    <a16:creationId xmlns:a16="http://schemas.microsoft.com/office/drawing/2014/main" id="{540D1407-8898-991B-63DD-A1D61DEE1443}"/>
                  </a:ext>
                </a:extLst>
              </p:cNvPr>
              <p:cNvSpPr txBox="1"/>
              <p:nvPr/>
            </p:nvSpPr>
            <p:spPr>
              <a:xfrm>
                <a:off x="6041283" y="1393687"/>
                <a:ext cx="4844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1628" name="TextBox 1627">
                <a:extLst>
                  <a:ext uri="{FF2B5EF4-FFF2-40B4-BE49-F238E27FC236}">
                    <a16:creationId xmlns:a16="http://schemas.microsoft.com/office/drawing/2014/main" id="{46E46323-F8BC-945C-C417-71C97A931E31}"/>
                  </a:ext>
                </a:extLst>
              </p:cNvPr>
              <p:cNvSpPr txBox="1"/>
              <p:nvPr/>
            </p:nvSpPr>
            <p:spPr>
              <a:xfrm>
                <a:off x="5885241" y="1393687"/>
                <a:ext cx="47174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c</a:t>
                </a:r>
              </a:p>
            </p:txBody>
          </p:sp>
          <p:grpSp>
            <p:nvGrpSpPr>
              <p:cNvPr id="1629" name="그룹 1628">
                <a:extLst>
                  <a:ext uri="{FF2B5EF4-FFF2-40B4-BE49-F238E27FC236}">
                    <a16:creationId xmlns:a16="http://schemas.microsoft.com/office/drawing/2014/main" id="{513CF2EF-FFF2-8015-7B8C-D1E6802D882B}"/>
                  </a:ext>
                </a:extLst>
              </p:cNvPr>
              <p:cNvGrpSpPr/>
              <p:nvPr/>
            </p:nvGrpSpPr>
            <p:grpSpPr>
              <a:xfrm>
                <a:off x="5571223" y="1689965"/>
                <a:ext cx="524687" cy="541387"/>
                <a:chOff x="5026046" y="1697619"/>
                <a:chExt cx="524687" cy="541387"/>
              </a:xfrm>
            </p:grpSpPr>
            <p:grpSp>
              <p:nvGrpSpPr>
                <p:cNvPr id="1677" name="그룹 1676">
                  <a:extLst>
                    <a:ext uri="{FF2B5EF4-FFF2-40B4-BE49-F238E27FC236}">
                      <a16:creationId xmlns:a16="http://schemas.microsoft.com/office/drawing/2014/main" id="{820F6253-6A8A-C30F-2682-6864502E0CB6}"/>
                    </a:ext>
                  </a:extLst>
                </p:cNvPr>
                <p:cNvGrpSpPr/>
                <p:nvPr/>
              </p:nvGrpSpPr>
              <p:grpSpPr>
                <a:xfrm flipV="1">
                  <a:off x="5026046" y="2047406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1699" name="타원 1698">
                    <a:extLst>
                      <a:ext uri="{FF2B5EF4-FFF2-40B4-BE49-F238E27FC236}">
                        <a16:creationId xmlns:a16="http://schemas.microsoft.com/office/drawing/2014/main" id="{5CFA4422-31A2-3466-47EB-C36321FE1268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700" name="직선 연결선 1699">
                    <a:extLst>
                      <a:ext uri="{FF2B5EF4-FFF2-40B4-BE49-F238E27FC236}">
                        <a16:creationId xmlns:a16="http://schemas.microsoft.com/office/drawing/2014/main" id="{43C3D73E-5FD0-EA97-48C6-CB524A6654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1678" name="그룹 1677">
                  <a:extLst>
                    <a:ext uri="{FF2B5EF4-FFF2-40B4-BE49-F238E27FC236}">
                      <a16:creationId xmlns:a16="http://schemas.microsoft.com/office/drawing/2014/main" id="{1ED3A36C-085C-07CD-342E-58D68B26D30D}"/>
                    </a:ext>
                  </a:extLst>
                </p:cNvPr>
                <p:cNvGrpSpPr/>
                <p:nvPr/>
              </p:nvGrpSpPr>
              <p:grpSpPr>
                <a:xfrm>
                  <a:off x="5026046" y="1697619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1697" name="타원 1696">
                    <a:extLst>
                      <a:ext uri="{FF2B5EF4-FFF2-40B4-BE49-F238E27FC236}">
                        <a16:creationId xmlns:a16="http://schemas.microsoft.com/office/drawing/2014/main" id="{6742EEA0-565A-9A4B-4330-0C77E97DB16F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698" name="직선 연결선 1697">
                    <a:extLst>
                      <a:ext uri="{FF2B5EF4-FFF2-40B4-BE49-F238E27FC236}">
                        <a16:creationId xmlns:a16="http://schemas.microsoft.com/office/drawing/2014/main" id="{481F8283-237F-76A2-0E91-C45117A1B7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1679" name="그룹 1678">
                  <a:extLst>
                    <a:ext uri="{FF2B5EF4-FFF2-40B4-BE49-F238E27FC236}">
                      <a16:creationId xmlns:a16="http://schemas.microsoft.com/office/drawing/2014/main" id="{A03AF5B9-23BA-861E-F851-7BECCFAF2A95}"/>
                    </a:ext>
                  </a:extLst>
                </p:cNvPr>
                <p:cNvGrpSpPr/>
                <p:nvPr/>
              </p:nvGrpSpPr>
              <p:grpSpPr>
                <a:xfrm flipV="1">
                  <a:off x="5188280" y="2047406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1695" name="타원 1694">
                    <a:extLst>
                      <a:ext uri="{FF2B5EF4-FFF2-40B4-BE49-F238E27FC236}">
                        <a16:creationId xmlns:a16="http://schemas.microsoft.com/office/drawing/2014/main" id="{2332FC12-0A24-C722-F28C-0729854DC213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696" name="직선 연결선 1695">
                    <a:extLst>
                      <a:ext uri="{FF2B5EF4-FFF2-40B4-BE49-F238E27FC236}">
                        <a16:creationId xmlns:a16="http://schemas.microsoft.com/office/drawing/2014/main" id="{D64D0F08-7AAE-D10D-6607-9CF1483F30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1680" name="그룹 1679">
                  <a:extLst>
                    <a:ext uri="{FF2B5EF4-FFF2-40B4-BE49-F238E27FC236}">
                      <a16:creationId xmlns:a16="http://schemas.microsoft.com/office/drawing/2014/main" id="{36A44654-C81E-E53B-C338-1015E7A4D1DF}"/>
                    </a:ext>
                  </a:extLst>
                </p:cNvPr>
                <p:cNvGrpSpPr/>
                <p:nvPr/>
              </p:nvGrpSpPr>
              <p:grpSpPr>
                <a:xfrm>
                  <a:off x="5188280" y="1697619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1693" name="타원 1692">
                    <a:extLst>
                      <a:ext uri="{FF2B5EF4-FFF2-40B4-BE49-F238E27FC236}">
                        <a16:creationId xmlns:a16="http://schemas.microsoft.com/office/drawing/2014/main" id="{A3C6F046-4DFC-D5AF-8727-5A57092E8EB5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694" name="직선 연결선 1693">
                    <a:extLst>
                      <a:ext uri="{FF2B5EF4-FFF2-40B4-BE49-F238E27FC236}">
                        <a16:creationId xmlns:a16="http://schemas.microsoft.com/office/drawing/2014/main" id="{48221DD6-74E1-5848-D1E3-7B5071369E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1681" name="그룹 1680">
                  <a:extLst>
                    <a:ext uri="{FF2B5EF4-FFF2-40B4-BE49-F238E27FC236}">
                      <a16:creationId xmlns:a16="http://schemas.microsoft.com/office/drawing/2014/main" id="{A94F4101-0213-5BEA-D7EB-096D98A31193}"/>
                    </a:ext>
                  </a:extLst>
                </p:cNvPr>
                <p:cNvGrpSpPr/>
                <p:nvPr/>
              </p:nvGrpSpPr>
              <p:grpSpPr>
                <a:xfrm flipV="1">
                  <a:off x="5345216" y="2047406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1691" name="타원 1690">
                    <a:extLst>
                      <a:ext uri="{FF2B5EF4-FFF2-40B4-BE49-F238E27FC236}">
                        <a16:creationId xmlns:a16="http://schemas.microsoft.com/office/drawing/2014/main" id="{D24CEF2E-77C2-2DC7-C02A-6C6A34EEA97C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692" name="직선 연결선 1691">
                    <a:extLst>
                      <a:ext uri="{FF2B5EF4-FFF2-40B4-BE49-F238E27FC236}">
                        <a16:creationId xmlns:a16="http://schemas.microsoft.com/office/drawing/2014/main" id="{9FC60C7A-FC40-8C0E-F047-B04B14105A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1682" name="그룹 1681">
                  <a:extLst>
                    <a:ext uri="{FF2B5EF4-FFF2-40B4-BE49-F238E27FC236}">
                      <a16:creationId xmlns:a16="http://schemas.microsoft.com/office/drawing/2014/main" id="{D04F7254-2691-366E-3B5D-FF7A81EDA26F}"/>
                    </a:ext>
                  </a:extLst>
                </p:cNvPr>
                <p:cNvGrpSpPr/>
                <p:nvPr/>
              </p:nvGrpSpPr>
              <p:grpSpPr>
                <a:xfrm>
                  <a:off x="5345216" y="1697619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1689" name="타원 1688">
                    <a:extLst>
                      <a:ext uri="{FF2B5EF4-FFF2-40B4-BE49-F238E27FC236}">
                        <a16:creationId xmlns:a16="http://schemas.microsoft.com/office/drawing/2014/main" id="{2EC9E997-95DE-24C1-07E7-448649807DBB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690" name="직선 연결선 1689">
                    <a:extLst>
                      <a:ext uri="{FF2B5EF4-FFF2-40B4-BE49-F238E27FC236}">
                        <a16:creationId xmlns:a16="http://schemas.microsoft.com/office/drawing/2014/main" id="{1E5AA2BD-43C2-C0F6-3657-C0C470B69B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1683" name="그룹 1682">
                  <a:extLst>
                    <a:ext uri="{FF2B5EF4-FFF2-40B4-BE49-F238E27FC236}">
                      <a16:creationId xmlns:a16="http://schemas.microsoft.com/office/drawing/2014/main" id="{8F05F04A-5364-F779-162C-6DD04D161C07}"/>
                    </a:ext>
                  </a:extLst>
                </p:cNvPr>
                <p:cNvGrpSpPr/>
                <p:nvPr/>
              </p:nvGrpSpPr>
              <p:grpSpPr>
                <a:xfrm flipV="1">
                  <a:off x="5505014" y="2047406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1687" name="타원 1686">
                    <a:extLst>
                      <a:ext uri="{FF2B5EF4-FFF2-40B4-BE49-F238E27FC236}">
                        <a16:creationId xmlns:a16="http://schemas.microsoft.com/office/drawing/2014/main" id="{B458178B-40DA-8CBE-C26A-1181C4F6A0C1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688" name="직선 연결선 1687">
                    <a:extLst>
                      <a:ext uri="{FF2B5EF4-FFF2-40B4-BE49-F238E27FC236}">
                        <a16:creationId xmlns:a16="http://schemas.microsoft.com/office/drawing/2014/main" id="{0DA9D128-1CFC-005B-5DEB-330209A9FB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1684" name="그룹 1683">
                  <a:extLst>
                    <a:ext uri="{FF2B5EF4-FFF2-40B4-BE49-F238E27FC236}">
                      <a16:creationId xmlns:a16="http://schemas.microsoft.com/office/drawing/2014/main" id="{E2DE599B-A24E-5B29-8E67-9D77064F86F8}"/>
                    </a:ext>
                  </a:extLst>
                </p:cNvPr>
                <p:cNvGrpSpPr/>
                <p:nvPr/>
              </p:nvGrpSpPr>
              <p:grpSpPr>
                <a:xfrm>
                  <a:off x="5505014" y="1697619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1685" name="타원 1684">
                    <a:extLst>
                      <a:ext uri="{FF2B5EF4-FFF2-40B4-BE49-F238E27FC236}">
                        <a16:creationId xmlns:a16="http://schemas.microsoft.com/office/drawing/2014/main" id="{EDC0CB09-254A-AE32-50DB-CB1B4E0FB12B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686" name="직선 연결선 1685">
                    <a:extLst>
                      <a:ext uri="{FF2B5EF4-FFF2-40B4-BE49-F238E27FC236}">
                        <a16:creationId xmlns:a16="http://schemas.microsoft.com/office/drawing/2014/main" id="{27A638F9-9DF3-A440-4566-46097C1B64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cxnSp>
            <p:nvCxnSpPr>
              <p:cNvPr id="1630" name="직선 연결선 1629">
                <a:extLst>
                  <a:ext uri="{FF2B5EF4-FFF2-40B4-BE49-F238E27FC236}">
                    <a16:creationId xmlns:a16="http://schemas.microsoft.com/office/drawing/2014/main" id="{7B00F627-D7FF-F2B2-AD20-2AB4CD22B080}"/>
                  </a:ext>
                </a:extLst>
              </p:cNvPr>
              <p:cNvCxnSpPr>
                <a:cxnSpLocks/>
                <a:stCxn id="1689" idx="5"/>
                <a:endCxn id="1687" idx="4"/>
              </p:cNvCxnSpPr>
              <p:nvPr/>
            </p:nvCxnSpPr>
            <p:spPr>
              <a:xfrm>
                <a:off x="5929417" y="1874870"/>
                <a:ext cx="143634" cy="16488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1631" name="그룹 1630">
                <a:extLst>
                  <a:ext uri="{FF2B5EF4-FFF2-40B4-BE49-F238E27FC236}">
                    <a16:creationId xmlns:a16="http://schemas.microsoft.com/office/drawing/2014/main" id="{D21DDDE3-7BBD-AD39-E728-ED5A3AC0838F}"/>
                  </a:ext>
                </a:extLst>
              </p:cNvPr>
              <p:cNvGrpSpPr/>
              <p:nvPr/>
            </p:nvGrpSpPr>
            <p:grpSpPr>
              <a:xfrm>
                <a:off x="5514052" y="1475812"/>
                <a:ext cx="628650" cy="1105215"/>
                <a:chOff x="3206750" y="1483466"/>
                <a:chExt cx="628650" cy="1105215"/>
              </a:xfrm>
            </p:grpSpPr>
            <p:grpSp>
              <p:nvGrpSpPr>
                <p:cNvPr id="1633" name="그룹 1632">
                  <a:extLst>
                    <a:ext uri="{FF2B5EF4-FFF2-40B4-BE49-F238E27FC236}">
                      <a16:creationId xmlns:a16="http://schemas.microsoft.com/office/drawing/2014/main" id="{C76AC548-4616-5F68-34A3-243C949C8251}"/>
                    </a:ext>
                  </a:extLst>
                </p:cNvPr>
                <p:cNvGrpSpPr/>
                <p:nvPr/>
              </p:nvGrpSpPr>
              <p:grpSpPr>
                <a:xfrm>
                  <a:off x="3206750" y="1576969"/>
                  <a:ext cx="628650" cy="785812"/>
                  <a:chOff x="4130675" y="1252538"/>
                  <a:chExt cx="628650" cy="785812"/>
                </a:xfrm>
              </p:grpSpPr>
              <p:grpSp>
                <p:nvGrpSpPr>
                  <p:cNvPr id="1642" name="그룹 1641">
                    <a:extLst>
                      <a:ext uri="{FF2B5EF4-FFF2-40B4-BE49-F238E27FC236}">
                        <a16:creationId xmlns:a16="http://schemas.microsoft.com/office/drawing/2014/main" id="{759117D7-4342-7470-143F-5171AA660D62}"/>
                      </a:ext>
                    </a:extLst>
                  </p:cNvPr>
                  <p:cNvGrpSpPr/>
                  <p:nvPr/>
                </p:nvGrpSpPr>
                <p:grpSpPr>
                  <a:xfrm>
                    <a:off x="4157663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675" name="타원 1674">
                      <a:extLst>
                        <a:ext uri="{FF2B5EF4-FFF2-40B4-BE49-F238E27FC236}">
                          <a16:creationId xmlns:a16="http://schemas.microsoft.com/office/drawing/2014/main" id="{F3E71A1D-35ED-B2EB-9FB2-67AD214847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676" name="더하기 기호 1675">
                      <a:extLst>
                        <a:ext uri="{FF2B5EF4-FFF2-40B4-BE49-F238E27FC236}">
                          <a16:creationId xmlns:a16="http://schemas.microsoft.com/office/drawing/2014/main" id="{EC88D639-A4D0-AE63-31F1-A04ADF2DC2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643" name="그룹 1642">
                    <a:extLst>
                      <a:ext uri="{FF2B5EF4-FFF2-40B4-BE49-F238E27FC236}">
                        <a16:creationId xmlns:a16="http://schemas.microsoft.com/office/drawing/2014/main" id="{38F4F0E6-DB57-C36F-4EB7-DB2AF88AFCB1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1252538"/>
                    <a:ext cx="628650" cy="134936"/>
                    <a:chOff x="3502025" y="1252538"/>
                    <a:chExt cx="628650" cy="134936"/>
                  </a:xfrm>
                </p:grpSpPr>
                <p:sp>
                  <p:nvSpPr>
                    <p:cNvPr id="1671" name="직사각형 1670">
                      <a:extLst>
                        <a:ext uri="{FF2B5EF4-FFF2-40B4-BE49-F238E27FC236}">
                          <a16:creationId xmlns:a16="http://schemas.microsoft.com/office/drawing/2014/main" id="{B96A2750-ECC2-F9A7-B400-8BEE979799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2025" y="1252538"/>
                      <a:ext cx="628650" cy="134936"/>
                    </a:xfrm>
                    <a:prstGeom prst="rect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672" name="직선 연결선 1671">
                      <a:extLst>
                        <a:ext uri="{FF2B5EF4-FFF2-40B4-BE49-F238E27FC236}">
                          <a16:creationId xmlns:a16="http://schemas.microsoft.com/office/drawing/2014/main" id="{1753C748-CC09-C17E-078F-72908F85664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659188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673" name="직선 연결선 1672">
                      <a:extLst>
                        <a:ext uri="{FF2B5EF4-FFF2-40B4-BE49-F238E27FC236}">
                          <a16:creationId xmlns:a16="http://schemas.microsoft.com/office/drawing/2014/main" id="{D0F64C75-8330-6A55-CC52-58B02FDA34D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16351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674" name="직선 연결선 1673">
                      <a:extLst>
                        <a:ext uri="{FF2B5EF4-FFF2-40B4-BE49-F238E27FC236}">
                          <a16:creationId xmlns:a16="http://schemas.microsoft.com/office/drawing/2014/main" id="{B274D93F-FDED-2E17-0A6F-59910C0B9B3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73514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sp>
                <p:nvSpPr>
                  <p:cNvPr id="1644" name="직사각형 1643">
                    <a:extLst>
                      <a:ext uri="{FF2B5EF4-FFF2-40B4-BE49-F238E27FC236}">
                        <a16:creationId xmlns:a16="http://schemas.microsoft.com/office/drawing/2014/main" id="{4E8BDA6D-179B-D74A-4B0F-2D2109297BA9}"/>
                      </a:ext>
                    </a:extLst>
                  </p:cNvPr>
                  <p:cNvSpPr/>
                  <p:nvPr/>
                </p:nvSpPr>
                <p:spPr>
                  <a:xfrm>
                    <a:off x="4130675" y="1387474"/>
                    <a:ext cx="628650" cy="515940"/>
                  </a:xfrm>
                  <a:prstGeom prst="rect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grpSp>
                <p:nvGrpSpPr>
                  <p:cNvPr id="1645" name="그룹 1644">
                    <a:extLst>
                      <a:ext uri="{FF2B5EF4-FFF2-40B4-BE49-F238E27FC236}">
                        <a16:creationId xmlns:a16="http://schemas.microsoft.com/office/drawing/2014/main" id="{E5575063-BE71-260E-456C-95BC9C587431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1903414"/>
                    <a:ext cx="628650" cy="134936"/>
                    <a:chOff x="3502025" y="1252538"/>
                    <a:chExt cx="628650" cy="134936"/>
                  </a:xfrm>
                </p:grpSpPr>
                <p:sp>
                  <p:nvSpPr>
                    <p:cNvPr id="1667" name="직사각형 1666">
                      <a:extLst>
                        <a:ext uri="{FF2B5EF4-FFF2-40B4-BE49-F238E27FC236}">
                          <a16:creationId xmlns:a16="http://schemas.microsoft.com/office/drawing/2014/main" id="{B58DA398-FC36-E4DD-8135-97178CA37C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2025" y="1252538"/>
                      <a:ext cx="628650" cy="134936"/>
                    </a:xfrm>
                    <a:prstGeom prst="rect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668" name="직선 연결선 1667">
                      <a:extLst>
                        <a:ext uri="{FF2B5EF4-FFF2-40B4-BE49-F238E27FC236}">
                          <a16:creationId xmlns:a16="http://schemas.microsoft.com/office/drawing/2014/main" id="{C3B49647-BDC3-DFDB-8019-F3C34CC244E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659188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669" name="직선 연결선 1668">
                      <a:extLst>
                        <a:ext uri="{FF2B5EF4-FFF2-40B4-BE49-F238E27FC236}">
                          <a16:creationId xmlns:a16="http://schemas.microsoft.com/office/drawing/2014/main" id="{822B7827-3EB2-7B79-923B-9559BF4D0D0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16351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670" name="직선 연결선 1669">
                      <a:extLst>
                        <a:ext uri="{FF2B5EF4-FFF2-40B4-BE49-F238E27FC236}">
                          <a16:creationId xmlns:a16="http://schemas.microsoft.com/office/drawing/2014/main" id="{B45B6CC4-2041-DBAA-E79E-C47DA1E4FE7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73514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646" name="그룹 1645">
                    <a:extLst>
                      <a:ext uri="{FF2B5EF4-FFF2-40B4-BE49-F238E27FC236}">
                        <a16:creationId xmlns:a16="http://schemas.microsoft.com/office/drawing/2014/main" id="{7BB86950-1468-7723-1200-27F421F23D02}"/>
                      </a:ext>
                    </a:extLst>
                  </p:cNvPr>
                  <p:cNvGrpSpPr/>
                  <p:nvPr/>
                </p:nvGrpSpPr>
                <p:grpSpPr>
                  <a:xfrm>
                    <a:off x="4316413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665" name="타원 1664">
                      <a:extLst>
                        <a:ext uri="{FF2B5EF4-FFF2-40B4-BE49-F238E27FC236}">
                          <a16:creationId xmlns:a16="http://schemas.microsoft.com/office/drawing/2014/main" id="{6106AF24-8231-8E7F-E2D0-0B71FDDACC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666" name="더하기 기호 1665">
                      <a:extLst>
                        <a:ext uri="{FF2B5EF4-FFF2-40B4-BE49-F238E27FC236}">
                          <a16:creationId xmlns:a16="http://schemas.microsoft.com/office/drawing/2014/main" id="{B837CA9A-7A94-A715-F3D2-EF25BB2821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647" name="그룹 1646">
                    <a:extLst>
                      <a:ext uri="{FF2B5EF4-FFF2-40B4-BE49-F238E27FC236}">
                        <a16:creationId xmlns:a16="http://schemas.microsoft.com/office/drawing/2014/main" id="{25C4F685-C390-D38D-45D2-BAD1062A6328}"/>
                      </a:ext>
                    </a:extLst>
                  </p:cNvPr>
                  <p:cNvGrpSpPr/>
                  <p:nvPr/>
                </p:nvGrpSpPr>
                <p:grpSpPr>
                  <a:xfrm>
                    <a:off x="4471988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663" name="타원 1662">
                      <a:extLst>
                        <a:ext uri="{FF2B5EF4-FFF2-40B4-BE49-F238E27FC236}">
                          <a16:creationId xmlns:a16="http://schemas.microsoft.com/office/drawing/2014/main" id="{C7A009E8-B347-E9C1-43C8-E1E3946A83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664" name="더하기 기호 1663">
                      <a:extLst>
                        <a:ext uri="{FF2B5EF4-FFF2-40B4-BE49-F238E27FC236}">
                          <a16:creationId xmlns:a16="http://schemas.microsoft.com/office/drawing/2014/main" id="{F43782EC-8EFB-791D-6F68-363840BEDE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648" name="그룹 1647">
                    <a:extLst>
                      <a:ext uri="{FF2B5EF4-FFF2-40B4-BE49-F238E27FC236}">
                        <a16:creationId xmlns:a16="http://schemas.microsoft.com/office/drawing/2014/main" id="{60FE9B93-ECF4-CA57-8E30-797EC859CE85}"/>
                      </a:ext>
                    </a:extLst>
                  </p:cNvPr>
                  <p:cNvGrpSpPr/>
                  <p:nvPr/>
                </p:nvGrpSpPr>
                <p:grpSpPr>
                  <a:xfrm>
                    <a:off x="4630738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661" name="타원 1660">
                      <a:extLst>
                        <a:ext uri="{FF2B5EF4-FFF2-40B4-BE49-F238E27FC236}">
                          <a16:creationId xmlns:a16="http://schemas.microsoft.com/office/drawing/2014/main" id="{8976011E-B63C-1019-9B42-7D11FEB054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662" name="더하기 기호 1661">
                      <a:extLst>
                        <a:ext uri="{FF2B5EF4-FFF2-40B4-BE49-F238E27FC236}">
                          <a16:creationId xmlns:a16="http://schemas.microsoft.com/office/drawing/2014/main" id="{25B65FF5-F3ED-85DF-C914-77B23F95C7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649" name="그룹 1648">
                    <a:extLst>
                      <a:ext uri="{FF2B5EF4-FFF2-40B4-BE49-F238E27FC236}">
                        <a16:creationId xmlns:a16="http://schemas.microsoft.com/office/drawing/2014/main" id="{49DDB304-10D9-B147-AAF1-8B52EAF0214E}"/>
                      </a:ext>
                    </a:extLst>
                  </p:cNvPr>
                  <p:cNvGrpSpPr/>
                  <p:nvPr/>
                </p:nvGrpSpPr>
                <p:grpSpPr>
                  <a:xfrm>
                    <a:off x="4157663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659" name="타원 1658">
                      <a:extLst>
                        <a:ext uri="{FF2B5EF4-FFF2-40B4-BE49-F238E27FC236}">
                          <a16:creationId xmlns:a16="http://schemas.microsoft.com/office/drawing/2014/main" id="{5955AECC-8E01-8BAB-0BDF-944828CA9C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660" name="더하기 기호 1659">
                      <a:extLst>
                        <a:ext uri="{FF2B5EF4-FFF2-40B4-BE49-F238E27FC236}">
                          <a16:creationId xmlns:a16="http://schemas.microsoft.com/office/drawing/2014/main" id="{292B7CD5-85DD-921D-480D-65E6769B12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650" name="그룹 1649">
                    <a:extLst>
                      <a:ext uri="{FF2B5EF4-FFF2-40B4-BE49-F238E27FC236}">
                        <a16:creationId xmlns:a16="http://schemas.microsoft.com/office/drawing/2014/main" id="{651A61A0-E68C-BF19-AC0C-4CD9C4331EFF}"/>
                      </a:ext>
                    </a:extLst>
                  </p:cNvPr>
                  <p:cNvGrpSpPr/>
                  <p:nvPr/>
                </p:nvGrpSpPr>
                <p:grpSpPr>
                  <a:xfrm>
                    <a:off x="4316413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657" name="타원 1656">
                      <a:extLst>
                        <a:ext uri="{FF2B5EF4-FFF2-40B4-BE49-F238E27FC236}">
                          <a16:creationId xmlns:a16="http://schemas.microsoft.com/office/drawing/2014/main" id="{B761D746-110F-E38E-E741-32FE5EB95F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658" name="더하기 기호 1657">
                      <a:extLst>
                        <a:ext uri="{FF2B5EF4-FFF2-40B4-BE49-F238E27FC236}">
                          <a16:creationId xmlns:a16="http://schemas.microsoft.com/office/drawing/2014/main" id="{9EF64113-F89D-445E-68D6-B5774A8B03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651" name="그룹 1650">
                    <a:extLst>
                      <a:ext uri="{FF2B5EF4-FFF2-40B4-BE49-F238E27FC236}">
                        <a16:creationId xmlns:a16="http://schemas.microsoft.com/office/drawing/2014/main" id="{F23BA66E-E566-678D-E099-D0E47405EA40}"/>
                      </a:ext>
                    </a:extLst>
                  </p:cNvPr>
                  <p:cNvGrpSpPr/>
                  <p:nvPr/>
                </p:nvGrpSpPr>
                <p:grpSpPr>
                  <a:xfrm>
                    <a:off x="4471988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655" name="타원 1654">
                      <a:extLst>
                        <a:ext uri="{FF2B5EF4-FFF2-40B4-BE49-F238E27FC236}">
                          <a16:creationId xmlns:a16="http://schemas.microsoft.com/office/drawing/2014/main" id="{80053873-0E38-B968-F7A5-47A71EB6B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656" name="더하기 기호 1655">
                      <a:extLst>
                        <a:ext uri="{FF2B5EF4-FFF2-40B4-BE49-F238E27FC236}">
                          <a16:creationId xmlns:a16="http://schemas.microsoft.com/office/drawing/2014/main" id="{362332BD-1DDA-9BF4-F5E7-5018366F1C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652" name="그룹 1651">
                    <a:extLst>
                      <a:ext uri="{FF2B5EF4-FFF2-40B4-BE49-F238E27FC236}">
                        <a16:creationId xmlns:a16="http://schemas.microsoft.com/office/drawing/2014/main" id="{A2A751CF-B93D-7312-A434-3EB881E6A4BD}"/>
                      </a:ext>
                    </a:extLst>
                  </p:cNvPr>
                  <p:cNvGrpSpPr/>
                  <p:nvPr/>
                </p:nvGrpSpPr>
                <p:grpSpPr>
                  <a:xfrm>
                    <a:off x="4630738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653" name="타원 1652">
                      <a:extLst>
                        <a:ext uri="{FF2B5EF4-FFF2-40B4-BE49-F238E27FC236}">
                          <a16:creationId xmlns:a16="http://schemas.microsoft.com/office/drawing/2014/main" id="{E16E82B1-84D2-D8E6-1D95-116D644F91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654" name="더하기 기호 1653">
                      <a:extLst>
                        <a:ext uri="{FF2B5EF4-FFF2-40B4-BE49-F238E27FC236}">
                          <a16:creationId xmlns:a16="http://schemas.microsoft.com/office/drawing/2014/main" id="{59F5B292-5CBE-FD76-016C-23846BBD05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634" name="TextBox 1633">
                  <a:extLst>
                    <a:ext uri="{FF2B5EF4-FFF2-40B4-BE49-F238E27FC236}">
                      <a16:creationId xmlns:a16="http://schemas.microsoft.com/office/drawing/2014/main" id="{DB5BC09F-2D08-518E-02BA-E2417B79A13A}"/>
                    </a:ext>
                  </a:extLst>
                </p:cNvPr>
                <p:cNvSpPr txBox="1"/>
                <p:nvPr/>
              </p:nvSpPr>
              <p:spPr>
                <a:xfrm>
                  <a:off x="3263221" y="2381831"/>
                  <a:ext cx="50998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7</a:t>
                  </a:r>
                </a:p>
              </p:txBody>
            </p:sp>
            <p:sp>
              <p:nvSpPr>
                <p:cNvPr id="1635" name="TextBox 1634">
                  <a:extLst>
                    <a:ext uri="{FF2B5EF4-FFF2-40B4-BE49-F238E27FC236}">
                      <a16:creationId xmlns:a16="http://schemas.microsoft.com/office/drawing/2014/main" id="{279206A0-8542-D2C6-A1FE-3B757C3300E5}"/>
                    </a:ext>
                  </a:extLst>
                </p:cNvPr>
                <p:cNvSpPr txBox="1"/>
                <p:nvPr/>
              </p:nvSpPr>
              <p:spPr>
                <a:xfrm>
                  <a:off x="3733261" y="2381831"/>
                  <a:ext cx="50998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636" name="TextBox 1635">
                  <a:extLst>
                    <a:ext uri="{FF2B5EF4-FFF2-40B4-BE49-F238E27FC236}">
                      <a16:creationId xmlns:a16="http://schemas.microsoft.com/office/drawing/2014/main" id="{5422014D-B589-99DB-2449-98E46FBBDFEA}"/>
                    </a:ext>
                  </a:extLst>
                </p:cNvPr>
                <p:cNvSpPr txBox="1"/>
                <p:nvPr/>
              </p:nvSpPr>
              <p:spPr>
                <a:xfrm>
                  <a:off x="3419903" y="2381831"/>
                  <a:ext cx="50998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8</a:t>
                  </a:r>
                </a:p>
              </p:txBody>
            </p:sp>
            <p:sp>
              <p:nvSpPr>
                <p:cNvPr id="1637" name="TextBox 1636">
                  <a:extLst>
                    <a:ext uri="{FF2B5EF4-FFF2-40B4-BE49-F238E27FC236}">
                      <a16:creationId xmlns:a16="http://schemas.microsoft.com/office/drawing/2014/main" id="{AD11DA99-E927-85BA-D3B8-8279AA414B06}"/>
                    </a:ext>
                  </a:extLst>
                </p:cNvPr>
                <p:cNvSpPr txBox="1"/>
                <p:nvPr/>
              </p:nvSpPr>
              <p:spPr>
                <a:xfrm>
                  <a:off x="3576582" y="2381831"/>
                  <a:ext cx="50998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638" name="TextBox 1637">
                  <a:extLst>
                    <a:ext uri="{FF2B5EF4-FFF2-40B4-BE49-F238E27FC236}">
                      <a16:creationId xmlns:a16="http://schemas.microsoft.com/office/drawing/2014/main" id="{7F87BC72-20F5-7811-3A1F-709C0F24A9AD}"/>
                    </a:ext>
                  </a:extLst>
                </p:cNvPr>
                <p:cNvSpPr txBox="1"/>
                <p:nvPr/>
              </p:nvSpPr>
              <p:spPr>
                <a:xfrm>
                  <a:off x="3263221" y="1483466"/>
                  <a:ext cx="50998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1639" name="TextBox 1638">
                  <a:extLst>
                    <a:ext uri="{FF2B5EF4-FFF2-40B4-BE49-F238E27FC236}">
                      <a16:creationId xmlns:a16="http://schemas.microsoft.com/office/drawing/2014/main" id="{6AB54F84-DF2C-21E6-D192-BBFFD5485F2F}"/>
                    </a:ext>
                  </a:extLst>
                </p:cNvPr>
                <p:cNvSpPr txBox="1"/>
                <p:nvPr/>
              </p:nvSpPr>
              <p:spPr>
                <a:xfrm>
                  <a:off x="3733261" y="1483466"/>
                  <a:ext cx="50998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640" name="TextBox 1639">
                  <a:extLst>
                    <a:ext uri="{FF2B5EF4-FFF2-40B4-BE49-F238E27FC236}">
                      <a16:creationId xmlns:a16="http://schemas.microsoft.com/office/drawing/2014/main" id="{F867287D-D3F3-4164-711E-61A0F77AAC69}"/>
                    </a:ext>
                  </a:extLst>
                </p:cNvPr>
                <p:cNvSpPr txBox="1"/>
                <p:nvPr/>
              </p:nvSpPr>
              <p:spPr>
                <a:xfrm>
                  <a:off x="3419903" y="1483466"/>
                  <a:ext cx="50998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1641" name="TextBox 1640">
                  <a:extLst>
                    <a:ext uri="{FF2B5EF4-FFF2-40B4-BE49-F238E27FC236}">
                      <a16:creationId xmlns:a16="http://schemas.microsoft.com/office/drawing/2014/main" id="{F7EC5A61-3D59-1CA9-B7B5-81C8B08CD10B}"/>
                    </a:ext>
                  </a:extLst>
                </p:cNvPr>
                <p:cNvSpPr txBox="1"/>
                <p:nvPr/>
              </p:nvSpPr>
              <p:spPr>
                <a:xfrm>
                  <a:off x="3576582" y="1483466"/>
                  <a:ext cx="50998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4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7CE148D-225B-487D-20A4-58207373699A}"/>
                    </a:ext>
                  </a:extLst>
                </p:cNvPr>
                <p:cNvSpPr txBox="1"/>
                <p:nvPr/>
              </p:nvSpPr>
              <p:spPr>
                <a:xfrm>
                  <a:off x="3237086" y="2478526"/>
                  <a:ext cx="103271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ko-KR" sz="900">
                      <a:solidFill>
                        <a:prstClr val="black"/>
                      </a:solidFill>
                      <a:latin typeface="현대산스 Text" panose="020B0600000101010101" pitchFamily="34" charset="-127"/>
                      <a:ea typeface="현대산스 Text" panose="020B0600000101010101" pitchFamily="34" charset="-127"/>
                    </a:rPr>
                    <a:t>E1</a:t>
                  </a:r>
                  <a:endPara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804CF89-3159-007C-FE1D-3ED26E82A1C9}"/>
                    </a:ext>
                  </a:extLst>
                </p:cNvPr>
                <p:cNvSpPr txBox="1"/>
                <p:nvPr/>
              </p:nvSpPr>
              <p:spPr>
                <a:xfrm>
                  <a:off x="3393766" y="2478526"/>
                  <a:ext cx="103271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E2</a:t>
                  </a:r>
                  <a:endPara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EA08A2C-778D-6174-B90D-B34DA5044B3B}"/>
                    </a:ext>
                  </a:extLst>
                </p:cNvPr>
                <p:cNvSpPr txBox="1"/>
                <p:nvPr/>
              </p:nvSpPr>
              <p:spPr>
                <a:xfrm>
                  <a:off x="3550446" y="2478526"/>
                  <a:ext cx="103271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E3</a:t>
                  </a:r>
                  <a:endPara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endParaRPr>
                </a:p>
              </p:txBody>
            </p:sp>
          </p:grpSp>
          <p:sp>
            <p:nvSpPr>
              <p:cNvPr id="1632" name="TextBox 1631">
                <a:extLst>
                  <a:ext uri="{FF2B5EF4-FFF2-40B4-BE49-F238E27FC236}">
                    <a16:creationId xmlns:a16="http://schemas.microsoft.com/office/drawing/2014/main" id="{E7F21A1E-46B2-DF0C-2487-54CDE53FF771}"/>
                  </a:ext>
                </a:extLst>
              </p:cNvPr>
              <p:cNvSpPr txBox="1"/>
              <p:nvPr/>
            </p:nvSpPr>
            <p:spPr>
              <a:xfrm>
                <a:off x="6037687" y="2458816"/>
                <a:ext cx="5354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b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E9F3C6-4C76-6A41-1235-8129EC066EF6}"/>
                  </a:ext>
                </a:extLst>
              </p:cNvPr>
              <p:cNvSpPr txBox="1"/>
              <p:nvPr/>
            </p:nvSpPr>
            <p:spPr>
              <a:xfrm>
                <a:off x="5512359" y="1383587"/>
                <a:ext cx="158094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전원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E78AB88-752C-6BA9-C820-DFBFC4725FAD}"/>
                  </a:ext>
                </a:extLst>
              </p:cNvPr>
              <p:cNvSpPr txBox="1"/>
              <p:nvPr/>
            </p:nvSpPr>
            <p:spPr>
              <a:xfrm>
                <a:off x="5677269" y="1383589"/>
                <a:ext cx="158094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전원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endParaRPr>
              </a:p>
            </p:txBody>
          </p:sp>
        </p:grpSp>
        <p:sp>
          <p:nvSpPr>
            <p:cNvPr id="1618" name="자유형: 도형 1617">
              <a:extLst>
                <a:ext uri="{FF2B5EF4-FFF2-40B4-BE49-F238E27FC236}">
                  <a16:creationId xmlns:a16="http://schemas.microsoft.com/office/drawing/2014/main" id="{566C24E0-086D-61CA-3C3B-D03AC9D1673C}"/>
                </a:ext>
              </a:extLst>
            </p:cNvPr>
            <p:cNvSpPr/>
            <p:nvPr/>
          </p:nvSpPr>
          <p:spPr>
            <a:xfrm>
              <a:off x="2618474" y="5709937"/>
              <a:ext cx="671513" cy="679118"/>
            </a:xfrm>
            <a:custGeom>
              <a:avLst/>
              <a:gdLst>
                <a:gd name="csX0" fmla="*/ 671513 w 671513"/>
                <a:gd name="csY0" fmla="*/ 90487 h 742950"/>
                <a:gd name="csX1" fmla="*/ 671513 w 671513"/>
                <a:gd name="csY1" fmla="*/ 0 h 742950"/>
                <a:gd name="csX2" fmla="*/ 0 w 671513"/>
                <a:gd name="csY2" fmla="*/ 0 h 742950"/>
                <a:gd name="csX3" fmla="*/ 0 w 671513"/>
                <a:gd name="csY3" fmla="*/ 742950 h 742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1513" h="742950">
                  <a:moveTo>
                    <a:pt x="671513" y="90487"/>
                  </a:moveTo>
                  <a:lnTo>
                    <a:pt x="671513" y="0"/>
                  </a:lnTo>
                  <a:lnTo>
                    <a:pt x="0" y="0"/>
                  </a:lnTo>
                  <a:lnTo>
                    <a:pt x="0" y="742950"/>
                  </a:lnTo>
                </a:path>
              </a:pathLst>
            </a:cu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19" name="자유형: 도형 1618">
              <a:extLst>
                <a:ext uri="{FF2B5EF4-FFF2-40B4-BE49-F238E27FC236}">
                  <a16:creationId xmlns:a16="http://schemas.microsoft.com/office/drawing/2014/main" id="{B3324B2F-6D02-D5FB-7824-BD44AE4D8A31}"/>
                </a:ext>
              </a:extLst>
            </p:cNvPr>
            <p:cNvSpPr/>
            <p:nvPr/>
          </p:nvSpPr>
          <p:spPr>
            <a:xfrm>
              <a:off x="2660913" y="5743241"/>
              <a:ext cx="473524" cy="560731"/>
            </a:xfrm>
            <a:custGeom>
              <a:avLst/>
              <a:gdLst>
                <a:gd name="csX0" fmla="*/ 671513 w 671513"/>
                <a:gd name="csY0" fmla="*/ 90487 h 742950"/>
                <a:gd name="csX1" fmla="*/ 671513 w 671513"/>
                <a:gd name="csY1" fmla="*/ 0 h 742950"/>
                <a:gd name="csX2" fmla="*/ 0 w 671513"/>
                <a:gd name="csY2" fmla="*/ 0 h 742950"/>
                <a:gd name="csX3" fmla="*/ 0 w 671513"/>
                <a:gd name="csY3" fmla="*/ 742950 h 742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1513" h="742950">
                  <a:moveTo>
                    <a:pt x="671513" y="90487"/>
                  </a:moveTo>
                  <a:lnTo>
                    <a:pt x="671513" y="0"/>
                  </a:lnTo>
                  <a:lnTo>
                    <a:pt x="0" y="0"/>
                  </a:lnTo>
                  <a:lnTo>
                    <a:pt x="0" y="742950"/>
                  </a:lnTo>
                </a:path>
              </a:pathLst>
            </a:cu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20" name="자유형: 도형 1619">
              <a:extLst>
                <a:ext uri="{FF2B5EF4-FFF2-40B4-BE49-F238E27FC236}">
                  <a16:creationId xmlns:a16="http://schemas.microsoft.com/office/drawing/2014/main" id="{4E264EA7-CD3D-AF85-07EB-AA331CB48A08}"/>
                </a:ext>
              </a:extLst>
            </p:cNvPr>
            <p:cNvSpPr/>
            <p:nvPr/>
          </p:nvSpPr>
          <p:spPr>
            <a:xfrm>
              <a:off x="2714682" y="5778574"/>
              <a:ext cx="261502" cy="435997"/>
            </a:xfrm>
            <a:custGeom>
              <a:avLst/>
              <a:gdLst>
                <a:gd name="csX0" fmla="*/ 671513 w 671513"/>
                <a:gd name="csY0" fmla="*/ 90487 h 742950"/>
                <a:gd name="csX1" fmla="*/ 671513 w 671513"/>
                <a:gd name="csY1" fmla="*/ 0 h 742950"/>
                <a:gd name="csX2" fmla="*/ 0 w 671513"/>
                <a:gd name="csY2" fmla="*/ 0 h 742950"/>
                <a:gd name="csX3" fmla="*/ 0 w 671513"/>
                <a:gd name="csY3" fmla="*/ 742950 h 742950"/>
                <a:gd name="csX0" fmla="*/ 671513 w 671513"/>
                <a:gd name="csY0" fmla="*/ 45854 h 742950"/>
                <a:gd name="csX1" fmla="*/ 671513 w 671513"/>
                <a:gd name="csY1" fmla="*/ 0 h 742950"/>
                <a:gd name="csX2" fmla="*/ 0 w 671513"/>
                <a:gd name="csY2" fmla="*/ 0 h 742950"/>
                <a:gd name="csX3" fmla="*/ 0 w 671513"/>
                <a:gd name="csY3" fmla="*/ 742950 h 742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1513" h="742950">
                  <a:moveTo>
                    <a:pt x="671513" y="45854"/>
                  </a:moveTo>
                  <a:lnTo>
                    <a:pt x="671513" y="0"/>
                  </a:lnTo>
                  <a:lnTo>
                    <a:pt x="0" y="0"/>
                  </a:lnTo>
                  <a:lnTo>
                    <a:pt x="0" y="742950"/>
                  </a:lnTo>
                </a:path>
              </a:pathLst>
            </a:cu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21" name="TextBox 1620">
              <a:extLst>
                <a:ext uri="{FF2B5EF4-FFF2-40B4-BE49-F238E27FC236}">
                  <a16:creationId xmlns:a16="http://schemas.microsoft.com/office/drawing/2014/main" id="{33EC1F13-10F0-3467-F9E2-C57CE1555B81}"/>
                </a:ext>
              </a:extLst>
            </p:cNvPr>
            <p:cNvSpPr txBox="1"/>
            <p:nvPr/>
          </p:nvSpPr>
          <p:spPr>
            <a:xfrm>
              <a:off x="2732688" y="6142134"/>
              <a:ext cx="103271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E1</a:t>
              </a:r>
            </a:p>
          </p:txBody>
        </p:sp>
        <p:sp>
          <p:nvSpPr>
            <p:cNvPr id="1622" name="TextBox 1621">
              <a:extLst>
                <a:ext uri="{FF2B5EF4-FFF2-40B4-BE49-F238E27FC236}">
                  <a16:creationId xmlns:a16="http://schemas.microsoft.com/office/drawing/2014/main" id="{566F280E-F616-116F-F01E-E989701C5111}"/>
                </a:ext>
              </a:extLst>
            </p:cNvPr>
            <p:cNvSpPr txBox="1"/>
            <p:nvPr/>
          </p:nvSpPr>
          <p:spPr>
            <a:xfrm flipH="1">
              <a:off x="2665056" y="6238793"/>
              <a:ext cx="161514" cy="1101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E2</a:t>
              </a:r>
            </a:p>
          </p:txBody>
        </p:sp>
        <p:sp>
          <p:nvSpPr>
            <p:cNvPr id="1623" name="TextBox 1622">
              <a:extLst>
                <a:ext uri="{FF2B5EF4-FFF2-40B4-BE49-F238E27FC236}">
                  <a16:creationId xmlns:a16="http://schemas.microsoft.com/office/drawing/2014/main" id="{003AB110-33AC-D4F3-CB9D-C9A195F5B847}"/>
                </a:ext>
              </a:extLst>
            </p:cNvPr>
            <p:cNvSpPr txBox="1"/>
            <p:nvPr/>
          </p:nvSpPr>
          <p:spPr>
            <a:xfrm>
              <a:off x="2556676" y="6328627"/>
              <a:ext cx="264191" cy="1101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E3</a:t>
              </a:r>
            </a:p>
          </p:txBody>
        </p:sp>
        <p:sp>
          <p:nvSpPr>
            <p:cNvPr id="1624" name="자유형: 도형 1623">
              <a:extLst>
                <a:ext uri="{FF2B5EF4-FFF2-40B4-BE49-F238E27FC236}">
                  <a16:creationId xmlns:a16="http://schemas.microsoft.com/office/drawing/2014/main" id="{90DC05A1-38DF-CDE4-1D4B-ADE9814EB728}"/>
                </a:ext>
              </a:extLst>
            </p:cNvPr>
            <p:cNvSpPr/>
            <p:nvPr/>
          </p:nvSpPr>
          <p:spPr>
            <a:xfrm>
              <a:off x="2818499" y="5180259"/>
              <a:ext cx="128588" cy="443953"/>
            </a:xfrm>
            <a:custGeom>
              <a:avLst/>
              <a:gdLst>
                <a:gd name="csX0" fmla="*/ 128588 w 128588"/>
                <a:gd name="csY0" fmla="*/ 500063 h 500063"/>
                <a:gd name="csX1" fmla="*/ 0 w 128588"/>
                <a:gd name="csY1" fmla="*/ 500063 h 500063"/>
                <a:gd name="csX2" fmla="*/ 0 w 128588"/>
                <a:gd name="csY2" fmla="*/ 0 h 5000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28588" h="500063">
                  <a:moveTo>
                    <a:pt x="128588" y="500063"/>
                  </a:moveTo>
                  <a:lnTo>
                    <a:pt x="0" y="500063"/>
                  </a:lnTo>
                  <a:lnTo>
                    <a:pt x="0" y="0"/>
                  </a:lnTo>
                </a:path>
              </a:pathLst>
            </a:cu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25" name="자유형: 도형 1624">
              <a:extLst>
                <a:ext uri="{FF2B5EF4-FFF2-40B4-BE49-F238E27FC236}">
                  <a16:creationId xmlns:a16="http://schemas.microsoft.com/office/drawing/2014/main" id="{F7028601-E3F1-CB07-EC72-86DEB646DF68}"/>
                </a:ext>
              </a:extLst>
            </p:cNvPr>
            <p:cNvSpPr/>
            <p:nvPr/>
          </p:nvSpPr>
          <p:spPr>
            <a:xfrm>
              <a:off x="2611330" y="5308975"/>
              <a:ext cx="526257" cy="377149"/>
            </a:xfrm>
            <a:custGeom>
              <a:avLst/>
              <a:gdLst>
                <a:gd name="csX0" fmla="*/ 526257 w 526257"/>
                <a:gd name="csY0" fmla="*/ 514350 h 559594"/>
                <a:gd name="csX1" fmla="*/ 526257 w 526257"/>
                <a:gd name="csY1" fmla="*/ 559594 h 559594"/>
                <a:gd name="csX2" fmla="*/ 0 w 526257"/>
                <a:gd name="csY2" fmla="*/ 559594 h 559594"/>
                <a:gd name="csX3" fmla="*/ 0 w 526257"/>
                <a:gd name="csY3" fmla="*/ 0 h 5595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6257" h="559594">
                  <a:moveTo>
                    <a:pt x="526257" y="514350"/>
                  </a:moveTo>
                  <a:lnTo>
                    <a:pt x="526257" y="559594"/>
                  </a:lnTo>
                  <a:lnTo>
                    <a:pt x="0" y="559594"/>
                  </a:lnTo>
                  <a:lnTo>
                    <a:pt x="0" y="0"/>
                  </a:lnTo>
                </a:path>
              </a:pathLst>
            </a:cu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26" name="TextBox 1625">
              <a:extLst>
                <a:ext uri="{FF2B5EF4-FFF2-40B4-BE49-F238E27FC236}">
                  <a16:creationId xmlns:a16="http://schemas.microsoft.com/office/drawing/2014/main" id="{287ED02E-2326-CDBF-ABEC-17ECD2955F12}"/>
                </a:ext>
              </a:extLst>
            </p:cNvPr>
            <p:cNvSpPr txBox="1"/>
            <p:nvPr/>
          </p:nvSpPr>
          <p:spPr>
            <a:xfrm>
              <a:off x="2437300" y="5181251"/>
              <a:ext cx="348060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AC 220V</a:t>
              </a:r>
            </a:p>
          </p:txBody>
        </p:sp>
      </p:grpSp>
      <p:graphicFrame>
        <p:nvGraphicFramePr>
          <p:cNvPr id="1451" name="Table 3">
            <a:extLst>
              <a:ext uri="{FF2B5EF4-FFF2-40B4-BE49-F238E27FC236}">
                <a16:creationId xmlns:a16="http://schemas.microsoft.com/office/drawing/2014/main" id="{E65AD871-6E53-5BEE-5E0E-C0F385963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329094"/>
              </p:ext>
            </p:extLst>
          </p:nvPr>
        </p:nvGraphicFramePr>
        <p:xfrm>
          <a:off x="5232083" y="838910"/>
          <a:ext cx="2464968" cy="1086032"/>
        </p:xfrm>
        <a:graphic>
          <a:graphicData uri="http://schemas.openxmlformats.org/drawingml/2006/table">
            <a:tbl>
              <a:tblPr/>
              <a:tblGrid>
                <a:gridCol w="41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193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108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FUSE</a:t>
                      </a:r>
                      <a:endParaRPr lang="en-US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5" name="사각형: 둥근 모서리 1454">
            <a:extLst>
              <a:ext uri="{FF2B5EF4-FFF2-40B4-BE49-F238E27FC236}">
                <a16:creationId xmlns:a16="http://schemas.microsoft.com/office/drawing/2014/main" id="{DB9BE86C-EF39-D704-53CE-3C9997C363F2}"/>
              </a:ext>
            </a:extLst>
          </p:cNvPr>
          <p:cNvSpPr/>
          <p:nvPr/>
        </p:nvSpPr>
        <p:spPr>
          <a:xfrm>
            <a:off x="5338681" y="776263"/>
            <a:ext cx="665074" cy="1880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FUSE</a:t>
            </a:r>
            <a:endParaRPr lang="en-US" altLang="ko-KR" sz="10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1457" name="Table 3">
            <a:extLst>
              <a:ext uri="{FF2B5EF4-FFF2-40B4-BE49-F238E27FC236}">
                <a16:creationId xmlns:a16="http://schemas.microsoft.com/office/drawing/2014/main" id="{519DFFDC-5A1E-CC2D-1BB9-0C12A15D7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331570"/>
              </p:ext>
            </p:extLst>
          </p:nvPr>
        </p:nvGraphicFramePr>
        <p:xfrm>
          <a:off x="234486" y="2869549"/>
          <a:ext cx="4794714" cy="3684648"/>
        </p:xfrm>
        <a:graphic>
          <a:graphicData uri="http://schemas.openxmlformats.org/drawingml/2006/table">
            <a:tbl>
              <a:tblPr/>
              <a:tblGrid>
                <a:gridCol w="374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0566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11309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PB(S)</a:t>
                      </a:r>
                      <a:endParaRPr lang="en-US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58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SS</a:t>
                      </a:r>
                      <a:endParaRPr lang="en-US" altLang="ko-KR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ko-KR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721493"/>
                  </a:ext>
                </a:extLst>
              </a:tr>
              <a:tr h="1127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 kern="1200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LS</a:t>
                      </a: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ko-KR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834498"/>
                  </a:ext>
                </a:extLst>
              </a:tr>
            </a:tbl>
          </a:graphicData>
        </a:graphic>
      </p:graphicFrame>
      <p:graphicFrame>
        <p:nvGraphicFramePr>
          <p:cNvPr id="1459" name="Table 3">
            <a:extLst>
              <a:ext uri="{FF2B5EF4-FFF2-40B4-BE49-F238E27FC236}">
                <a16:creationId xmlns:a16="http://schemas.microsoft.com/office/drawing/2014/main" id="{08995EE9-D83B-FDC9-08BB-C1E58D5D8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004050"/>
              </p:ext>
            </p:extLst>
          </p:nvPr>
        </p:nvGraphicFramePr>
        <p:xfrm>
          <a:off x="7873105" y="821415"/>
          <a:ext cx="2231016" cy="1656196"/>
        </p:xfrm>
        <a:graphic>
          <a:graphicData uri="http://schemas.openxmlformats.org/drawingml/2006/table">
            <a:tbl>
              <a:tblPr/>
              <a:tblGrid>
                <a:gridCol w="321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482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8850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PL</a:t>
                      </a:r>
                      <a:endParaRPr lang="en-US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1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BZ</a:t>
                      </a:r>
                      <a:endParaRPr lang="en-US" altLang="ko-KR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ko-KR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721493"/>
                  </a:ext>
                </a:extLst>
              </a:tr>
            </a:tbl>
          </a:graphicData>
        </a:graphic>
      </p:graphicFrame>
      <p:sp>
        <p:nvSpPr>
          <p:cNvPr id="1605" name="Text 50">
            <a:extLst>
              <a:ext uri="{FF2B5EF4-FFF2-40B4-BE49-F238E27FC236}">
                <a16:creationId xmlns:a16="http://schemas.microsoft.com/office/drawing/2014/main" id="{B63ACCA9-AC17-77D3-9486-93A0D891F80F}"/>
              </a:ext>
            </a:extLst>
          </p:cNvPr>
          <p:cNvSpPr/>
          <p:nvPr/>
        </p:nvSpPr>
        <p:spPr>
          <a:xfrm>
            <a:off x="756015" y="5477380"/>
            <a:ext cx="14712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Font typeface="Wingdings" panose="05000000000000000000" pitchFamily="2" charset="2"/>
              <a:buChar char="§"/>
              <a:defRPr/>
            </a:pPr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 </a:t>
            </a:r>
            <a:r>
              <a:rPr lang="en-US" altLang="ko-KR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TEST</a:t>
            </a:r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에서는 </a:t>
            </a:r>
            <a:r>
              <a:rPr lang="en-US" altLang="ko-KR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NO</a:t>
            </a:r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만 다룸</a:t>
            </a:r>
            <a:endParaRPr lang="en-US" sz="10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1609" name="사각형: 둥근 모서리 1608">
            <a:extLst>
              <a:ext uri="{FF2B5EF4-FFF2-40B4-BE49-F238E27FC236}">
                <a16:creationId xmlns:a16="http://schemas.microsoft.com/office/drawing/2014/main" id="{E7E20FC9-DD7B-A653-A45E-15348AE8E69D}"/>
              </a:ext>
            </a:extLst>
          </p:cNvPr>
          <p:cNvSpPr/>
          <p:nvPr/>
        </p:nvSpPr>
        <p:spPr>
          <a:xfrm>
            <a:off x="330574" y="2744303"/>
            <a:ext cx="665074" cy="1880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스위치류</a:t>
            </a:r>
            <a:endParaRPr lang="en-US" altLang="ko-KR" sz="10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1611" name="사각형: 둥근 모서리 1610">
            <a:extLst>
              <a:ext uri="{FF2B5EF4-FFF2-40B4-BE49-F238E27FC236}">
                <a16:creationId xmlns:a16="http://schemas.microsoft.com/office/drawing/2014/main" id="{95245A16-72A6-C395-83CD-7FB9ABCF3CC4}"/>
              </a:ext>
            </a:extLst>
          </p:cNvPr>
          <p:cNvSpPr/>
          <p:nvPr/>
        </p:nvSpPr>
        <p:spPr>
          <a:xfrm>
            <a:off x="7996580" y="696169"/>
            <a:ext cx="665074" cy="1880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램프</a:t>
            </a:r>
            <a:r>
              <a:rPr lang="en-US" altLang="ko-KR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, </a:t>
            </a:r>
            <a:r>
              <a:rPr lang="ko-KR" altLang="en-US" sz="1000" b="1" dirty="0" err="1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버즈</a:t>
            </a:r>
            <a:endParaRPr lang="en-US" altLang="ko-KR" sz="10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3DBBE3-123D-649A-DC9F-0385D3181FC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8317963">
            <a:off x="5821017" y="1043563"/>
            <a:ext cx="736169" cy="7361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4D8F2C-FD8B-5736-F25D-0CBA388AB4F8}"/>
              </a:ext>
            </a:extLst>
          </p:cNvPr>
          <p:cNvSpPr txBox="1"/>
          <p:nvPr/>
        </p:nvSpPr>
        <p:spPr>
          <a:xfrm>
            <a:off x="5854944" y="1224591"/>
            <a:ext cx="641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2F23A-DDFC-A234-9EDA-90AE1A27F0B8}"/>
              </a:ext>
            </a:extLst>
          </p:cNvPr>
          <p:cNvSpPr txBox="1"/>
          <p:nvPr/>
        </p:nvSpPr>
        <p:spPr>
          <a:xfrm>
            <a:off x="5854944" y="1543679"/>
            <a:ext cx="641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A1915F-3A84-DA3A-0457-377A4E5A6433}"/>
              </a:ext>
            </a:extLst>
          </p:cNvPr>
          <p:cNvSpPr txBox="1"/>
          <p:nvPr/>
        </p:nvSpPr>
        <p:spPr>
          <a:xfrm>
            <a:off x="6440930" y="1224591"/>
            <a:ext cx="641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CDD0F-DD02-3702-597B-0401BDE44CE9}"/>
              </a:ext>
            </a:extLst>
          </p:cNvPr>
          <p:cNvSpPr txBox="1"/>
          <p:nvPr/>
        </p:nvSpPr>
        <p:spPr>
          <a:xfrm>
            <a:off x="6440930" y="1543679"/>
            <a:ext cx="641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4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204EEA5-FE61-3DDD-73B8-95F1BF2A81D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3125032">
            <a:off x="6771737" y="1040636"/>
            <a:ext cx="736169" cy="7361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9F05BA2-A308-B19E-0153-AFCC7CE0918F}"/>
              </a:ext>
            </a:extLst>
          </p:cNvPr>
          <p:cNvSpPr txBox="1"/>
          <p:nvPr/>
        </p:nvSpPr>
        <p:spPr>
          <a:xfrm>
            <a:off x="6941429" y="1047972"/>
            <a:ext cx="641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452159-417F-9504-85D7-F6581360F1C1}"/>
              </a:ext>
            </a:extLst>
          </p:cNvPr>
          <p:cNvSpPr txBox="1"/>
          <p:nvPr/>
        </p:nvSpPr>
        <p:spPr>
          <a:xfrm>
            <a:off x="7364135" y="1047972"/>
            <a:ext cx="641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73251C-B7FA-951E-7267-7E352E2CC573}"/>
              </a:ext>
            </a:extLst>
          </p:cNvPr>
          <p:cNvSpPr txBox="1"/>
          <p:nvPr/>
        </p:nvSpPr>
        <p:spPr>
          <a:xfrm>
            <a:off x="6941429" y="1621225"/>
            <a:ext cx="641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5A913A-788E-B1C4-0177-104C7784319F}"/>
              </a:ext>
            </a:extLst>
          </p:cNvPr>
          <p:cNvSpPr txBox="1"/>
          <p:nvPr/>
        </p:nvSpPr>
        <p:spPr>
          <a:xfrm>
            <a:off x="7364135" y="1621225"/>
            <a:ext cx="641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4</a:t>
            </a:r>
          </a:p>
        </p:txBody>
      </p:sp>
      <p:grpSp>
        <p:nvGrpSpPr>
          <p:cNvPr id="1852" name="그룹 1851">
            <a:extLst>
              <a:ext uri="{FF2B5EF4-FFF2-40B4-BE49-F238E27FC236}">
                <a16:creationId xmlns:a16="http://schemas.microsoft.com/office/drawing/2014/main" id="{9CDA7A80-F087-D958-20D3-6A130E89BA9B}"/>
              </a:ext>
            </a:extLst>
          </p:cNvPr>
          <p:cNvGrpSpPr/>
          <p:nvPr/>
        </p:nvGrpSpPr>
        <p:grpSpPr>
          <a:xfrm>
            <a:off x="1331309" y="5991187"/>
            <a:ext cx="488590" cy="392842"/>
            <a:chOff x="5950187" y="4417010"/>
            <a:chExt cx="488590" cy="392842"/>
          </a:xfrm>
        </p:grpSpPr>
        <p:grpSp>
          <p:nvGrpSpPr>
            <p:cNvPr id="1835" name="그룹 1834">
              <a:extLst>
                <a:ext uri="{FF2B5EF4-FFF2-40B4-BE49-F238E27FC236}">
                  <a16:creationId xmlns:a16="http://schemas.microsoft.com/office/drawing/2014/main" id="{7B8D04D8-F8CC-4FC4-A1DE-E25448694B57}"/>
                </a:ext>
              </a:extLst>
            </p:cNvPr>
            <p:cNvGrpSpPr/>
            <p:nvPr/>
          </p:nvGrpSpPr>
          <p:grpSpPr>
            <a:xfrm>
              <a:off x="5950187" y="4417010"/>
              <a:ext cx="57483" cy="145605"/>
              <a:chOff x="10168998" y="1948114"/>
              <a:chExt cx="57483" cy="145605"/>
            </a:xfrm>
          </p:grpSpPr>
          <p:sp>
            <p:nvSpPr>
              <p:cNvPr id="1833" name="타원 1832">
                <a:extLst>
                  <a:ext uri="{FF2B5EF4-FFF2-40B4-BE49-F238E27FC236}">
                    <a16:creationId xmlns:a16="http://schemas.microsoft.com/office/drawing/2014/main" id="{FADC1D72-E14D-D3DC-6810-1921C8E01DE9}"/>
                  </a:ext>
                </a:extLst>
              </p:cNvPr>
              <p:cNvSpPr/>
              <p:nvPr/>
            </p:nvSpPr>
            <p:spPr>
              <a:xfrm>
                <a:off x="10168998" y="2036236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34" name="직선 연결선 1833">
                <a:extLst>
                  <a:ext uri="{FF2B5EF4-FFF2-40B4-BE49-F238E27FC236}">
                    <a16:creationId xmlns:a16="http://schemas.microsoft.com/office/drawing/2014/main" id="{E8BEE43D-4E6B-0A9C-B472-E6FA63B5FD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97739" y="1948114"/>
                <a:ext cx="0" cy="8812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837" name="그룹 1836">
              <a:extLst>
                <a:ext uri="{FF2B5EF4-FFF2-40B4-BE49-F238E27FC236}">
                  <a16:creationId xmlns:a16="http://schemas.microsoft.com/office/drawing/2014/main" id="{3174AB78-4329-DB85-A3FE-57DE48806EEC}"/>
                </a:ext>
              </a:extLst>
            </p:cNvPr>
            <p:cNvGrpSpPr/>
            <p:nvPr/>
          </p:nvGrpSpPr>
          <p:grpSpPr>
            <a:xfrm flipV="1">
              <a:off x="5950187" y="4664247"/>
              <a:ext cx="57483" cy="145605"/>
              <a:chOff x="10168998" y="1948114"/>
              <a:chExt cx="57483" cy="145605"/>
            </a:xfrm>
          </p:grpSpPr>
          <p:sp>
            <p:nvSpPr>
              <p:cNvPr id="1838" name="타원 1837">
                <a:extLst>
                  <a:ext uri="{FF2B5EF4-FFF2-40B4-BE49-F238E27FC236}">
                    <a16:creationId xmlns:a16="http://schemas.microsoft.com/office/drawing/2014/main" id="{BF218DB9-523D-19FD-C64D-8E341A727ED1}"/>
                  </a:ext>
                </a:extLst>
              </p:cNvPr>
              <p:cNvSpPr/>
              <p:nvPr/>
            </p:nvSpPr>
            <p:spPr>
              <a:xfrm>
                <a:off x="10168998" y="2036236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39" name="직선 연결선 1838">
                <a:extLst>
                  <a:ext uri="{FF2B5EF4-FFF2-40B4-BE49-F238E27FC236}">
                    <a16:creationId xmlns:a16="http://schemas.microsoft.com/office/drawing/2014/main" id="{2C740952-3DF7-20B2-9340-31B43E40B3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97739" y="1948114"/>
                <a:ext cx="0" cy="8812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840" name="직사각형 1839">
              <a:extLst>
                <a:ext uri="{FF2B5EF4-FFF2-40B4-BE49-F238E27FC236}">
                  <a16:creationId xmlns:a16="http://schemas.microsoft.com/office/drawing/2014/main" id="{FDF78904-D130-629D-1BE1-3394A8F9F3FF}"/>
                </a:ext>
              </a:extLst>
            </p:cNvPr>
            <p:cNvSpPr/>
            <p:nvPr/>
          </p:nvSpPr>
          <p:spPr>
            <a:xfrm>
              <a:off x="6063353" y="4505132"/>
              <a:ext cx="45719" cy="216598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848" name="TextBox 1847">
              <a:extLst>
                <a:ext uri="{FF2B5EF4-FFF2-40B4-BE49-F238E27FC236}">
                  <a16:creationId xmlns:a16="http://schemas.microsoft.com/office/drawing/2014/main" id="{237AE4A3-AC45-0E32-261A-609C54055842}"/>
                </a:ext>
              </a:extLst>
            </p:cNvPr>
            <p:cNvSpPr txBox="1"/>
            <p:nvPr/>
          </p:nvSpPr>
          <p:spPr>
            <a:xfrm>
              <a:off x="6063353" y="4490898"/>
              <a:ext cx="37542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LS1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</p:grpSp>
      <p:grpSp>
        <p:nvGrpSpPr>
          <p:cNvPr id="1853" name="그룹 1852">
            <a:extLst>
              <a:ext uri="{FF2B5EF4-FFF2-40B4-BE49-F238E27FC236}">
                <a16:creationId xmlns:a16="http://schemas.microsoft.com/office/drawing/2014/main" id="{15760E61-4D25-93F0-1DD1-B20EB9BFFF9B}"/>
              </a:ext>
            </a:extLst>
          </p:cNvPr>
          <p:cNvGrpSpPr/>
          <p:nvPr/>
        </p:nvGrpSpPr>
        <p:grpSpPr>
          <a:xfrm>
            <a:off x="1950751" y="5991187"/>
            <a:ext cx="488589" cy="392842"/>
            <a:chOff x="6788387" y="4417010"/>
            <a:chExt cx="488589" cy="392842"/>
          </a:xfrm>
        </p:grpSpPr>
        <p:grpSp>
          <p:nvGrpSpPr>
            <p:cNvPr id="1841" name="그룹 1840">
              <a:extLst>
                <a:ext uri="{FF2B5EF4-FFF2-40B4-BE49-F238E27FC236}">
                  <a16:creationId xmlns:a16="http://schemas.microsoft.com/office/drawing/2014/main" id="{D3D9144C-49C9-03F7-AB4C-ED4541FEC26F}"/>
                </a:ext>
              </a:extLst>
            </p:cNvPr>
            <p:cNvGrpSpPr/>
            <p:nvPr/>
          </p:nvGrpSpPr>
          <p:grpSpPr>
            <a:xfrm>
              <a:off x="6788387" y="4417010"/>
              <a:ext cx="57483" cy="145605"/>
              <a:chOff x="10168998" y="1948114"/>
              <a:chExt cx="57483" cy="145605"/>
            </a:xfrm>
          </p:grpSpPr>
          <p:sp>
            <p:nvSpPr>
              <p:cNvPr id="1842" name="타원 1841">
                <a:extLst>
                  <a:ext uri="{FF2B5EF4-FFF2-40B4-BE49-F238E27FC236}">
                    <a16:creationId xmlns:a16="http://schemas.microsoft.com/office/drawing/2014/main" id="{364D7F5C-5F51-089E-7E5A-94F8FEEB953D}"/>
                  </a:ext>
                </a:extLst>
              </p:cNvPr>
              <p:cNvSpPr/>
              <p:nvPr/>
            </p:nvSpPr>
            <p:spPr>
              <a:xfrm>
                <a:off x="10168998" y="2036236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43" name="직선 연결선 1842">
                <a:extLst>
                  <a:ext uri="{FF2B5EF4-FFF2-40B4-BE49-F238E27FC236}">
                    <a16:creationId xmlns:a16="http://schemas.microsoft.com/office/drawing/2014/main" id="{A03E6225-1ED3-55FE-4BC3-1707A88618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97739" y="1948114"/>
                <a:ext cx="0" cy="8812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844" name="그룹 1843">
              <a:extLst>
                <a:ext uri="{FF2B5EF4-FFF2-40B4-BE49-F238E27FC236}">
                  <a16:creationId xmlns:a16="http://schemas.microsoft.com/office/drawing/2014/main" id="{052B96E7-B8AF-4BA1-9148-7A54D5593108}"/>
                </a:ext>
              </a:extLst>
            </p:cNvPr>
            <p:cNvGrpSpPr/>
            <p:nvPr/>
          </p:nvGrpSpPr>
          <p:grpSpPr>
            <a:xfrm flipV="1">
              <a:off x="6788387" y="4664247"/>
              <a:ext cx="57483" cy="145605"/>
              <a:chOff x="10168998" y="1948114"/>
              <a:chExt cx="57483" cy="145605"/>
            </a:xfrm>
          </p:grpSpPr>
          <p:sp>
            <p:nvSpPr>
              <p:cNvPr id="1845" name="타원 1844">
                <a:extLst>
                  <a:ext uri="{FF2B5EF4-FFF2-40B4-BE49-F238E27FC236}">
                    <a16:creationId xmlns:a16="http://schemas.microsoft.com/office/drawing/2014/main" id="{9F7D9384-2285-3D3D-B537-5F75EE838667}"/>
                  </a:ext>
                </a:extLst>
              </p:cNvPr>
              <p:cNvSpPr/>
              <p:nvPr/>
            </p:nvSpPr>
            <p:spPr>
              <a:xfrm>
                <a:off x="10168998" y="2036236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46" name="직선 연결선 1845">
                <a:extLst>
                  <a:ext uri="{FF2B5EF4-FFF2-40B4-BE49-F238E27FC236}">
                    <a16:creationId xmlns:a16="http://schemas.microsoft.com/office/drawing/2014/main" id="{6D263588-EACE-96B6-8F5C-CC8D283D08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97739" y="1948114"/>
                <a:ext cx="0" cy="8812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847" name="직사각형 1846">
              <a:extLst>
                <a:ext uri="{FF2B5EF4-FFF2-40B4-BE49-F238E27FC236}">
                  <a16:creationId xmlns:a16="http://schemas.microsoft.com/office/drawing/2014/main" id="{47B414E6-B103-9D97-F53A-615831B7A0B5}"/>
                </a:ext>
              </a:extLst>
            </p:cNvPr>
            <p:cNvSpPr/>
            <p:nvPr/>
          </p:nvSpPr>
          <p:spPr>
            <a:xfrm>
              <a:off x="6901553" y="4505132"/>
              <a:ext cx="45719" cy="216598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849" name="TextBox 1848">
              <a:extLst>
                <a:ext uri="{FF2B5EF4-FFF2-40B4-BE49-F238E27FC236}">
                  <a16:creationId xmlns:a16="http://schemas.microsoft.com/office/drawing/2014/main" id="{44D846E1-86F7-851B-0D96-406A43939BD2}"/>
                </a:ext>
              </a:extLst>
            </p:cNvPr>
            <p:cNvSpPr txBox="1"/>
            <p:nvPr/>
          </p:nvSpPr>
          <p:spPr>
            <a:xfrm>
              <a:off x="6901553" y="4490898"/>
              <a:ext cx="37542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LS2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</p:grpSp>
      <p:pic>
        <p:nvPicPr>
          <p:cNvPr id="1851" name="그림 1850">
            <a:extLst>
              <a:ext uri="{FF2B5EF4-FFF2-40B4-BE49-F238E27FC236}">
                <a16:creationId xmlns:a16="http://schemas.microsoft.com/office/drawing/2014/main" id="{7B7989A5-5262-4E7E-AC49-24F6AF4C0F0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2900" t="18067" r="33291" b="16940"/>
          <a:stretch>
            <a:fillRect/>
          </a:stretch>
        </p:blipFill>
        <p:spPr>
          <a:xfrm>
            <a:off x="789028" y="5904037"/>
            <a:ext cx="286791" cy="551310"/>
          </a:xfrm>
          <a:prstGeom prst="rect">
            <a:avLst/>
          </a:prstGeom>
        </p:spPr>
      </p:pic>
      <p:sp>
        <p:nvSpPr>
          <p:cNvPr id="1417" name="TextBox 1416">
            <a:extLst>
              <a:ext uri="{FF2B5EF4-FFF2-40B4-BE49-F238E27FC236}">
                <a16:creationId xmlns:a16="http://schemas.microsoft.com/office/drawing/2014/main" id="{424D1F8B-70DE-5A7A-4E0D-D6BFA87C5FBD}"/>
              </a:ext>
            </a:extLst>
          </p:cNvPr>
          <p:cNvSpPr txBox="1"/>
          <p:nvPr/>
        </p:nvSpPr>
        <p:spPr>
          <a:xfrm>
            <a:off x="1180386" y="5968596"/>
            <a:ext cx="15092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N3</a:t>
            </a:r>
          </a:p>
        </p:txBody>
      </p:sp>
      <p:sp>
        <p:nvSpPr>
          <p:cNvPr id="1418" name="TextBox 1417">
            <a:extLst>
              <a:ext uri="{FF2B5EF4-FFF2-40B4-BE49-F238E27FC236}">
                <a16:creationId xmlns:a16="http://schemas.microsoft.com/office/drawing/2014/main" id="{11193414-1D2B-3EB2-3F58-976DECAF05E4}"/>
              </a:ext>
            </a:extLst>
          </p:cNvPr>
          <p:cNvSpPr txBox="1"/>
          <p:nvPr/>
        </p:nvSpPr>
        <p:spPr>
          <a:xfrm>
            <a:off x="1180386" y="6292351"/>
            <a:ext cx="15092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prstClr val="black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O4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" panose="020B0600000101010101" pitchFamily="34" charset="-127"/>
              <a:ea typeface="현대산스 Text" panose="020B0600000101010101" pitchFamily="34" charset="-127"/>
              <a:cs typeface="+mn-cs"/>
            </a:endParaRPr>
          </a:p>
        </p:txBody>
      </p:sp>
      <p:sp>
        <p:nvSpPr>
          <p:cNvPr id="1419" name="TextBox 1418">
            <a:extLst>
              <a:ext uri="{FF2B5EF4-FFF2-40B4-BE49-F238E27FC236}">
                <a16:creationId xmlns:a16="http://schemas.microsoft.com/office/drawing/2014/main" id="{6D2402DE-8DF4-7B3A-6F65-8ACB2870D36E}"/>
              </a:ext>
            </a:extLst>
          </p:cNvPr>
          <p:cNvSpPr txBox="1"/>
          <p:nvPr/>
        </p:nvSpPr>
        <p:spPr>
          <a:xfrm>
            <a:off x="1799828" y="5968596"/>
            <a:ext cx="15092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N3</a:t>
            </a:r>
          </a:p>
        </p:txBody>
      </p:sp>
      <p:sp>
        <p:nvSpPr>
          <p:cNvPr id="1420" name="TextBox 1419">
            <a:extLst>
              <a:ext uri="{FF2B5EF4-FFF2-40B4-BE49-F238E27FC236}">
                <a16:creationId xmlns:a16="http://schemas.microsoft.com/office/drawing/2014/main" id="{657B71D1-AC2F-0E47-CA88-5BAEF0A195D3}"/>
              </a:ext>
            </a:extLst>
          </p:cNvPr>
          <p:cNvSpPr txBox="1"/>
          <p:nvPr/>
        </p:nvSpPr>
        <p:spPr>
          <a:xfrm>
            <a:off x="1799828" y="6292351"/>
            <a:ext cx="15092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prstClr val="black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O4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" panose="020B0600000101010101" pitchFamily="34" charset="-127"/>
              <a:ea typeface="현대산스 Text" panose="020B0600000101010101" pitchFamily="34" charset="-127"/>
              <a:cs typeface="+mn-cs"/>
            </a:endParaRPr>
          </a:p>
        </p:txBody>
      </p:sp>
      <p:grpSp>
        <p:nvGrpSpPr>
          <p:cNvPr id="1430" name="그룹 1429">
            <a:extLst>
              <a:ext uri="{FF2B5EF4-FFF2-40B4-BE49-F238E27FC236}">
                <a16:creationId xmlns:a16="http://schemas.microsoft.com/office/drawing/2014/main" id="{D419B4E9-8B7E-2FC4-ADF1-20663F6B0FC9}"/>
              </a:ext>
            </a:extLst>
          </p:cNvPr>
          <p:cNvGrpSpPr/>
          <p:nvPr/>
        </p:nvGrpSpPr>
        <p:grpSpPr>
          <a:xfrm>
            <a:off x="9698222" y="1824562"/>
            <a:ext cx="359465" cy="533282"/>
            <a:chOff x="5006800" y="3416760"/>
            <a:chExt cx="359465" cy="533282"/>
          </a:xfrm>
        </p:grpSpPr>
        <p:grpSp>
          <p:nvGrpSpPr>
            <p:cNvPr id="1427" name="그룹 1426">
              <a:extLst>
                <a:ext uri="{FF2B5EF4-FFF2-40B4-BE49-F238E27FC236}">
                  <a16:creationId xmlns:a16="http://schemas.microsoft.com/office/drawing/2014/main" id="{C2E33447-4C85-7B36-402E-983E9946C5EA}"/>
                </a:ext>
              </a:extLst>
            </p:cNvPr>
            <p:cNvGrpSpPr/>
            <p:nvPr/>
          </p:nvGrpSpPr>
          <p:grpSpPr>
            <a:xfrm>
              <a:off x="5006800" y="3416760"/>
              <a:ext cx="359465" cy="515022"/>
              <a:chOff x="5082552" y="5154705"/>
              <a:chExt cx="359465" cy="515022"/>
            </a:xfrm>
          </p:grpSpPr>
          <p:sp>
            <p:nvSpPr>
              <p:cNvPr id="1416" name="직사각형 1415">
                <a:extLst>
                  <a:ext uri="{FF2B5EF4-FFF2-40B4-BE49-F238E27FC236}">
                    <a16:creationId xmlns:a16="http://schemas.microsoft.com/office/drawing/2014/main" id="{79C6D152-ECBE-F69E-850F-18D6B56F3E74}"/>
                  </a:ext>
                </a:extLst>
              </p:cNvPr>
              <p:cNvSpPr/>
              <p:nvPr/>
            </p:nvSpPr>
            <p:spPr>
              <a:xfrm>
                <a:off x="5127080" y="5303917"/>
                <a:ext cx="239185" cy="216598"/>
              </a:xfrm>
              <a:prstGeom prst="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800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cxnSp>
            <p:nvCxnSpPr>
              <p:cNvPr id="1421" name="직선 연결선 1420">
                <a:extLst>
                  <a:ext uri="{FF2B5EF4-FFF2-40B4-BE49-F238E27FC236}">
                    <a16:creationId xmlns:a16="http://schemas.microsoft.com/office/drawing/2014/main" id="{4C802531-B3F5-4647-633A-AA86506E68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37464" y="5154705"/>
                <a:ext cx="0" cy="14921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22" name="직선 연결선 1421">
                <a:extLst>
                  <a:ext uri="{FF2B5EF4-FFF2-40B4-BE49-F238E27FC236}">
                    <a16:creationId xmlns:a16="http://schemas.microsoft.com/office/drawing/2014/main" id="{6E7F6B02-9BA0-1FD3-FC0E-C3551C0C52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37464" y="5520515"/>
                <a:ext cx="0" cy="14921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23" name="직선 연결선 1422">
                <a:extLst>
                  <a:ext uri="{FF2B5EF4-FFF2-40B4-BE49-F238E27FC236}">
                    <a16:creationId xmlns:a16="http://schemas.microsoft.com/office/drawing/2014/main" id="{936F3B9C-F7BD-88DC-2A31-8F49979C1A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6265" y="5303917"/>
                <a:ext cx="75752" cy="196597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26" name="TextBox 1425">
                <a:extLst>
                  <a:ext uri="{FF2B5EF4-FFF2-40B4-BE49-F238E27FC236}">
                    <a16:creationId xmlns:a16="http://schemas.microsoft.com/office/drawing/2014/main" id="{BBAE6001-D0CB-AC61-E488-0EEEE5E0A1D4}"/>
                  </a:ext>
                </a:extLst>
              </p:cNvPr>
              <p:cNvSpPr txBox="1"/>
              <p:nvPr/>
            </p:nvSpPr>
            <p:spPr>
              <a:xfrm>
                <a:off x="5082552" y="5300020"/>
                <a:ext cx="32252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BZ</a:t>
                </a:r>
                <a:endPara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</p:grpSp>
        <p:sp>
          <p:nvSpPr>
            <p:cNvPr id="1428" name="TextBox 1427">
              <a:extLst>
                <a:ext uri="{FF2B5EF4-FFF2-40B4-BE49-F238E27FC236}">
                  <a16:creationId xmlns:a16="http://schemas.microsoft.com/office/drawing/2014/main" id="{CB173676-5515-942C-2795-5DC8B7159B33}"/>
                </a:ext>
              </a:extLst>
            </p:cNvPr>
            <p:cNvSpPr txBox="1"/>
            <p:nvPr/>
          </p:nvSpPr>
          <p:spPr>
            <a:xfrm>
              <a:off x="5076626" y="3416760"/>
              <a:ext cx="6412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</a:t>
              </a:r>
            </a:p>
          </p:txBody>
        </p:sp>
        <p:sp>
          <p:nvSpPr>
            <p:cNvPr id="1429" name="TextBox 1428">
              <a:extLst>
                <a:ext uri="{FF2B5EF4-FFF2-40B4-BE49-F238E27FC236}">
                  <a16:creationId xmlns:a16="http://schemas.microsoft.com/office/drawing/2014/main" id="{2A6A00BE-43FA-0AEA-B5FB-E9B58D390BA7}"/>
                </a:ext>
              </a:extLst>
            </p:cNvPr>
            <p:cNvSpPr txBox="1"/>
            <p:nvPr/>
          </p:nvSpPr>
          <p:spPr>
            <a:xfrm>
              <a:off x="5076626" y="3811543"/>
              <a:ext cx="6412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현대산스 Text" panose="020B0600000101010101" pitchFamily="34" charset="-127"/>
                  <a:ea typeface="현대산스 Text" panose="020B0600000101010101" pitchFamily="34" charset="-127"/>
                </a:rPr>
                <a:t>2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endParaRPr>
            </a:p>
          </p:txBody>
        </p:sp>
      </p:grpSp>
      <p:sp>
        <p:nvSpPr>
          <p:cNvPr id="1434" name="타원 1433">
            <a:extLst>
              <a:ext uri="{FF2B5EF4-FFF2-40B4-BE49-F238E27FC236}">
                <a16:creationId xmlns:a16="http://schemas.microsoft.com/office/drawing/2014/main" id="{6F8DC343-0B6B-1EA2-6434-CE5746950779}"/>
              </a:ext>
            </a:extLst>
          </p:cNvPr>
          <p:cNvSpPr/>
          <p:nvPr/>
        </p:nvSpPr>
        <p:spPr>
          <a:xfrm>
            <a:off x="9149043" y="1963061"/>
            <a:ext cx="339566" cy="339566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7" name="직사각형 1436">
            <a:extLst>
              <a:ext uri="{FF2B5EF4-FFF2-40B4-BE49-F238E27FC236}">
                <a16:creationId xmlns:a16="http://schemas.microsoft.com/office/drawing/2014/main" id="{69CD4CED-2ADC-76DB-36F4-69547EBD972E}"/>
              </a:ext>
            </a:extLst>
          </p:cNvPr>
          <p:cNvSpPr/>
          <p:nvPr/>
        </p:nvSpPr>
        <p:spPr>
          <a:xfrm>
            <a:off x="9187237" y="2084420"/>
            <a:ext cx="90662" cy="9066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8" name="직사각형 1437">
            <a:extLst>
              <a:ext uri="{FF2B5EF4-FFF2-40B4-BE49-F238E27FC236}">
                <a16:creationId xmlns:a16="http://schemas.microsoft.com/office/drawing/2014/main" id="{E0596998-83FD-8A3D-D9E5-150C481EE0D6}"/>
              </a:ext>
            </a:extLst>
          </p:cNvPr>
          <p:cNvSpPr/>
          <p:nvPr/>
        </p:nvSpPr>
        <p:spPr>
          <a:xfrm>
            <a:off x="9349335" y="2084420"/>
            <a:ext cx="90662" cy="9066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1" name="TextBox 1440">
            <a:extLst>
              <a:ext uri="{FF2B5EF4-FFF2-40B4-BE49-F238E27FC236}">
                <a16:creationId xmlns:a16="http://schemas.microsoft.com/office/drawing/2014/main" id="{B5037FE3-897D-53A7-91AC-A889334EF484}"/>
              </a:ext>
            </a:extLst>
          </p:cNvPr>
          <p:cNvSpPr txBox="1"/>
          <p:nvPr/>
        </p:nvSpPr>
        <p:spPr>
          <a:xfrm>
            <a:off x="9056853" y="2058103"/>
            <a:ext cx="641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1</a:t>
            </a:r>
          </a:p>
        </p:txBody>
      </p:sp>
      <p:sp>
        <p:nvSpPr>
          <p:cNvPr id="1442" name="TextBox 1441">
            <a:extLst>
              <a:ext uri="{FF2B5EF4-FFF2-40B4-BE49-F238E27FC236}">
                <a16:creationId xmlns:a16="http://schemas.microsoft.com/office/drawing/2014/main" id="{3C3D9838-D8F2-F253-16BA-97E88A721F49}"/>
              </a:ext>
            </a:extLst>
          </p:cNvPr>
          <p:cNvSpPr txBox="1"/>
          <p:nvPr/>
        </p:nvSpPr>
        <p:spPr>
          <a:xfrm>
            <a:off x="9497416" y="2058103"/>
            <a:ext cx="641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2</a:t>
            </a:r>
          </a:p>
        </p:txBody>
      </p:sp>
      <p:pic>
        <p:nvPicPr>
          <p:cNvPr id="1445" name="그림 1444">
            <a:extLst>
              <a:ext uri="{FF2B5EF4-FFF2-40B4-BE49-F238E27FC236}">
                <a16:creationId xmlns:a16="http://schemas.microsoft.com/office/drawing/2014/main" id="{A451C38C-3D37-9AD3-D8A2-E81CDA3757F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69259" y="873694"/>
            <a:ext cx="766320" cy="766320"/>
          </a:xfrm>
          <a:prstGeom prst="rect">
            <a:avLst/>
          </a:prstGeom>
        </p:spPr>
      </p:pic>
      <p:sp>
        <p:nvSpPr>
          <p:cNvPr id="1454" name="TextBox 1453">
            <a:extLst>
              <a:ext uri="{FF2B5EF4-FFF2-40B4-BE49-F238E27FC236}">
                <a16:creationId xmlns:a16="http://schemas.microsoft.com/office/drawing/2014/main" id="{ADC6393F-12D7-805E-93B8-5FDB6C4F714B}"/>
              </a:ext>
            </a:extLst>
          </p:cNvPr>
          <p:cNvSpPr txBox="1"/>
          <p:nvPr/>
        </p:nvSpPr>
        <p:spPr>
          <a:xfrm>
            <a:off x="9896090" y="1819040"/>
            <a:ext cx="641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+</a:t>
            </a:r>
          </a:p>
        </p:txBody>
      </p:sp>
      <p:sp>
        <p:nvSpPr>
          <p:cNvPr id="1456" name="TextBox 1455">
            <a:extLst>
              <a:ext uri="{FF2B5EF4-FFF2-40B4-BE49-F238E27FC236}">
                <a16:creationId xmlns:a16="http://schemas.microsoft.com/office/drawing/2014/main" id="{F1841B17-C457-BBB6-7471-E71F1D1825D7}"/>
              </a:ext>
            </a:extLst>
          </p:cNvPr>
          <p:cNvSpPr txBox="1"/>
          <p:nvPr/>
        </p:nvSpPr>
        <p:spPr>
          <a:xfrm>
            <a:off x="9896090" y="2233377"/>
            <a:ext cx="641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-</a:t>
            </a:r>
          </a:p>
        </p:txBody>
      </p:sp>
      <p:pic>
        <p:nvPicPr>
          <p:cNvPr id="1460" name="그림 1459">
            <a:extLst>
              <a:ext uri="{FF2B5EF4-FFF2-40B4-BE49-F238E27FC236}">
                <a16:creationId xmlns:a16="http://schemas.microsoft.com/office/drawing/2014/main" id="{6632C653-A811-B89E-DDEA-A2869751F0B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613" t="24727" r="27692" b="29884"/>
          <a:stretch>
            <a:fillRect/>
          </a:stretch>
        </p:blipFill>
        <p:spPr>
          <a:xfrm flipH="1" flipV="1">
            <a:off x="8386790" y="1880632"/>
            <a:ext cx="444646" cy="423141"/>
          </a:xfrm>
          <a:prstGeom prst="rect">
            <a:avLst/>
          </a:prstGeom>
        </p:spPr>
      </p:pic>
      <p:grpSp>
        <p:nvGrpSpPr>
          <p:cNvPr id="1859" name="그룹 1858">
            <a:extLst>
              <a:ext uri="{FF2B5EF4-FFF2-40B4-BE49-F238E27FC236}">
                <a16:creationId xmlns:a16="http://schemas.microsoft.com/office/drawing/2014/main" id="{F43B8D18-9442-B7E5-2D80-0F2A3CFBFDFC}"/>
              </a:ext>
            </a:extLst>
          </p:cNvPr>
          <p:cNvGrpSpPr/>
          <p:nvPr/>
        </p:nvGrpSpPr>
        <p:grpSpPr>
          <a:xfrm>
            <a:off x="3445975" y="3112576"/>
            <a:ext cx="99363" cy="596755"/>
            <a:chOff x="9713995" y="2246876"/>
            <a:chExt cx="63667" cy="382370"/>
          </a:xfrm>
        </p:grpSpPr>
        <p:grpSp>
          <p:nvGrpSpPr>
            <p:cNvPr id="1468" name="그룹 1467">
              <a:extLst>
                <a:ext uri="{FF2B5EF4-FFF2-40B4-BE49-F238E27FC236}">
                  <a16:creationId xmlns:a16="http://schemas.microsoft.com/office/drawing/2014/main" id="{AED74C26-F6FB-B036-2765-14063526A5C3}"/>
                </a:ext>
              </a:extLst>
            </p:cNvPr>
            <p:cNvGrpSpPr/>
            <p:nvPr/>
          </p:nvGrpSpPr>
          <p:grpSpPr>
            <a:xfrm>
              <a:off x="9720179" y="2246876"/>
              <a:ext cx="57483" cy="136496"/>
              <a:chOff x="10074074" y="2259551"/>
              <a:chExt cx="57483" cy="136496"/>
            </a:xfrm>
          </p:grpSpPr>
          <p:sp>
            <p:nvSpPr>
              <p:cNvPr id="1462" name="타원 1461">
                <a:extLst>
                  <a:ext uri="{FF2B5EF4-FFF2-40B4-BE49-F238E27FC236}">
                    <a16:creationId xmlns:a16="http://schemas.microsoft.com/office/drawing/2014/main" id="{E2F37E7C-21F0-1711-815E-4A7B3E0111C8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464" name="직선 연결선 1463">
                <a:extLst>
                  <a:ext uri="{FF2B5EF4-FFF2-40B4-BE49-F238E27FC236}">
                    <a16:creationId xmlns:a16="http://schemas.microsoft.com/office/drawing/2014/main" id="{D7A393B0-A2C7-795B-84E8-DD91299F67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70" name="그룹 1469">
              <a:extLst>
                <a:ext uri="{FF2B5EF4-FFF2-40B4-BE49-F238E27FC236}">
                  <a16:creationId xmlns:a16="http://schemas.microsoft.com/office/drawing/2014/main" id="{830B1A8B-B473-5287-C3D6-85075DD2AEAC}"/>
                </a:ext>
              </a:extLst>
            </p:cNvPr>
            <p:cNvGrpSpPr/>
            <p:nvPr/>
          </p:nvGrpSpPr>
          <p:grpSpPr>
            <a:xfrm flipV="1">
              <a:off x="9720179" y="2492750"/>
              <a:ext cx="57483" cy="136496"/>
              <a:chOff x="10074074" y="2259551"/>
              <a:chExt cx="57483" cy="136496"/>
            </a:xfrm>
          </p:grpSpPr>
          <p:sp>
            <p:nvSpPr>
              <p:cNvPr id="1600" name="타원 1599">
                <a:extLst>
                  <a:ext uri="{FF2B5EF4-FFF2-40B4-BE49-F238E27FC236}">
                    <a16:creationId xmlns:a16="http://schemas.microsoft.com/office/drawing/2014/main" id="{B6FA6764-D5C9-8A7E-585E-26B428381CC7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02" name="직선 연결선 1601">
                <a:extLst>
                  <a:ext uri="{FF2B5EF4-FFF2-40B4-BE49-F238E27FC236}">
                    <a16:creationId xmlns:a16="http://schemas.microsoft.com/office/drawing/2014/main" id="{526BFC11-8821-78C2-7DD8-B5977E5A44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608" name="직선 연결선 1607">
              <a:extLst>
                <a:ext uri="{FF2B5EF4-FFF2-40B4-BE49-F238E27FC236}">
                  <a16:creationId xmlns:a16="http://schemas.microsoft.com/office/drawing/2014/main" id="{C6821090-24DC-B3A1-22C3-506B1D5895BB}"/>
                </a:ext>
              </a:extLst>
            </p:cNvPr>
            <p:cNvCxnSpPr>
              <a:cxnSpLocks/>
            </p:cNvCxnSpPr>
            <p:nvPr/>
          </p:nvCxnSpPr>
          <p:spPr>
            <a:xfrm>
              <a:off x="9713995" y="2335463"/>
              <a:ext cx="0" cy="208751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12" name="직선 연결선 1611">
              <a:extLst>
                <a:ext uri="{FF2B5EF4-FFF2-40B4-BE49-F238E27FC236}">
                  <a16:creationId xmlns:a16="http://schemas.microsoft.com/office/drawing/2014/main" id="{49E7CA8F-E0EA-BA49-5FCE-E1A7AD37F9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13995" y="2430587"/>
              <a:ext cx="63667" cy="0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857" name="TextBox 1856">
            <a:extLst>
              <a:ext uri="{FF2B5EF4-FFF2-40B4-BE49-F238E27FC236}">
                <a16:creationId xmlns:a16="http://schemas.microsoft.com/office/drawing/2014/main" id="{FE688964-4D8C-70EC-FFCD-3ED1BA4D94FA}"/>
              </a:ext>
            </a:extLst>
          </p:cNvPr>
          <p:cNvSpPr txBox="1"/>
          <p:nvPr/>
        </p:nvSpPr>
        <p:spPr>
          <a:xfrm>
            <a:off x="3500481" y="3287454"/>
            <a:ext cx="3898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PB0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pSp>
        <p:nvGrpSpPr>
          <p:cNvPr id="1860" name="그룹 1859">
            <a:extLst>
              <a:ext uri="{FF2B5EF4-FFF2-40B4-BE49-F238E27FC236}">
                <a16:creationId xmlns:a16="http://schemas.microsoft.com/office/drawing/2014/main" id="{8148CB16-323E-5DD8-2651-5FF9CDD0CB66}"/>
              </a:ext>
            </a:extLst>
          </p:cNvPr>
          <p:cNvGrpSpPr/>
          <p:nvPr/>
        </p:nvGrpSpPr>
        <p:grpSpPr>
          <a:xfrm>
            <a:off x="4161641" y="3112576"/>
            <a:ext cx="242114" cy="596755"/>
            <a:chOff x="9720179" y="2246876"/>
            <a:chExt cx="155136" cy="382370"/>
          </a:xfrm>
        </p:grpSpPr>
        <p:grpSp>
          <p:nvGrpSpPr>
            <p:cNvPr id="1861" name="그룹 1860">
              <a:extLst>
                <a:ext uri="{FF2B5EF4-FFF2-40B4-BE49-F238E27FC236}">
                  <a16:creationId xmlns:a16="http://schemas.microsoft.com/office/drawing/2014/main" id="{D57EC9D8-65C1-5FB2-0895-29193C725FB2}"/>
                </a:ext>
              </a:extLst>
            </p:cNvPr>
            <p:cNvGrpSpPr/>
            <p:nvPr/>
          </p:nvGrpSpPr>
          <p:grpSpPr>
            <a:xfrm>
              <a:off x="9720179" y="2246876"/>
              <a:ext cx="57483" cy="136496"/>
              <a:chOff x="10074074" y="2259551"/>
              <a:chExt cx="57483" cy="136496"/>
            </a:xfrm>
          </p:grpSpPr>
          <p:sp>
            <p:nvSpPr>
              <p:cNvPr id="1867" name="타원 1866">
                <a:extLst>
                  <a:ext uri="{FF2B5EF4-FFF2-40B4-BE49-F238E27FC236}">
                    <a16:creationId xmlns:a16="http://schemas.microsoft.com/office/drawing/2014/main" id="{2DAD2BCA-2487-6F5E-2FB3-F49B2BD09DA7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68" name="직선 연결선 1867">
                <a:extLst>
                  <a:ext uri="{FF2B5EF4-FFF2-40B4-BE49-F238E27FC236}">
                    <a16:creationId xmlns:a16="http://schemas.microsoft.com/office/drawing/2014/main" id="{909CC839-90BF-1CBA-8870-E3B82946FB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862" name="그룹 1861">
              <a:extLst>
                <a:ext uri="{FF2B5EF4-FFF2-40B4-BE49-F238E27FC236}">
                  <a16:creationId xmlns:a16="http://schemas.microsoft.com/office/drawing/2014/main" id="{66345794-B016-9DA3-2ABB-95F546A8AC63}"/>
                </a:ext>
              </a:extLst>
            </p:cNvPr>
            <p:cNvGrpSpPr/>
            <p:nvPr/>
          </p:nvGrpSpPr>
          <p:grpSpPr>
            <a:xfrm flipV="1">
              <a:off x="9720179" y="2492750"/>
              <a:ext cx="57483" cy="136496"/>
              <a:chOff x="10074074" y="2259551"/>
              <a:chExt cx="57483" cy="136496"/>
            </a:xfrm>
          </p:grpSpPr>
          <p:sp>
            <p:nvSpPr>
              <p:cNvPr id="1865" name="타원 1864">
                <a:extLst>
                  <a:ext uri="{FF2B5EF4-FFF2-40B4-BE49-F238E27FC236}">
                    <a16:creationId xmlns:a16="http://schemas.microsoft.com/office/drawing/2014/main" id="{1A717E02-BF22-1DA0-575A-CE2B9603629A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66" name="직선 연결선 1865">
                <a:extLst>
                  <a:ext uri="{FF2B5EF4-FFF2-40B4-BE49-F238E27FC236}">
                    <a16:creationId xmlns:a16="http://schemas.microsoft.com/office/drawing/2014/main" id="{9226DF70-D598-DEE0-2060-281288F3A5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863" name="직선 연결선 1862">
              <a:extLst>
                <a:ext uri="{FF2B5EF4-FFF2-40B4-BE49-F238E27FC236}">
                  <a16:creationId xmlns:a16="http://schemas.microsoft.com/office/drawing/2014/main" id="{9140BCC4-093B-534C-56CF-B75C54F90DDB}"/>
                </a:ext>
              </a:extLst>
            </p:cNvPr>
            <p:cNvCxnSpPr>
              <a:cxnSpLocks/>
            </p:cNvCxnSpPr>
            <p:nvPr/>
          </p:nvCxnSpPr>
          <p:spPr>
            <a:xfrm>
              <a:off x="9811733" y="2335463"/>
              <a:ext cx="0" cy="208751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64" name="직선 연결선 1863">
              <a:extLst>
                <a:ext uri="{FF2B5EF4-FFF2-40B4-BE49-F238E27FC236}">
                  <a16:creationId xmlns:a16="http://schemas.microsoft.com/office/drawing/2014/main" id="{316DF3B9-9FDA-61B3-419A-7C6C3BC7AC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11648" y="2430587"/>
              <a:ext cx="63667" cy="0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869" name="TextBox 1868">
            <a:extLst>
              <a:ext uri="{FF2B5EF4-FFF2-40B4-BE49-F238E27FC236}">
                <a16:creationId xmlns:a16="http://schemas.microsoft.com/office/drawing/2014/main" id="{17058C81-EB3D-9B37-7437-27B01F34A49E}"/>
              </a:ext>
            </a:extLst>
          </p:cNvPr>
          <p:cNvSpPr txBox="1"/>
          <p:nvPr/>
        </p:nvSpPr>
        <p:spPr>
          <a:xfrm>
            <a:off x="4350726" y="3287454"/>
            <a:ext cx="3898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PB1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870" name="TextBox 1869">
            <a:extLst>
              <a:ext uri="{FF2B5EF4-FFF2-40B4-BE49-F238E27FC236}">
                <a16:creationId xmlns:a16="http://schemas.microsoft.com/office/drawing/2014/main" id="{59BEB32F-B2D7-ADBB-DAAA-D21449AE8C2D}"/>
              </a:ext>
            </a:extLst>
          </p:cNvPr>
          <p:cNvSpPr txBox="1"/>
          <p:nvPr/>
        </p:nvSpPr>
        <p:spPr>
          <a:xfrm>
            <a:off x="3254740" y="3091693"/>
            <a:ext cx="22933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N1</a:t>
            </a:r>
          </a:p>
        </p:txBody>
      </p:sp>
      <p:sp>
        <p:nvSpPr>
          <p:cNvPr id="1872" name="TextBox 1871">
            <a:extLst>
              <a:ext uri="{FF2B5EF4-FFF2-40B4-BE49-F238E27FC236}">
                <a16:creationId xmlns:a16="http://schemas.microsoft.com/office/drawing/2014/main" id="{C56A2034-65E5-7F00-66FF-065E3F70C86E}"/>
              </a:ext>
            </a:extLst>
          </p:cNvPr>
          <p:cNvSpPr txBox="1"/>
          <p:nvPr/>
        </p:nvSpPr>
        <p:spPr>
          <a:xfrm>
            <a:off x="3254740" y="3616020"/>
            <a:ext cx="22933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C2</a:t>
            </a:r>
          </a:p>
        </p:txBody>
      </p:sp>
      <p:sp>
        <p:nvSpPr>
          <p:cNvPr id="1873" name="TextBox 1872">
            <a:extLst>
              <a:ext uri="{FF2B5EF4-FFF2-40B4-BE49-F238E27FC236}">
                <a16:creationId xmlns:a16="http://schemas.microsoft.com/office/drawing/2014/main" id="{71A0CD00-7671-4B81-CD36-2B567ED3D45A}"/>
              </a:ext>
            </a:extLst>
          </p:cNvPr>
          <p:cNvSpPr txBox="1"/>
          <p:nvPr/>
        </p:nvSpPr>
        <p:spPr>
          <a:xfrm>
            <a:off x="3967801" y="3091693"/>
            <a:ext cx="22933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N3</a:t>
            </a:r>
          </a:p>
        </p:txBody>
      </p:sp>
      <p:sp>
        <p:nvSpPr>
          <p:cNvPr id="1874" name="TextBox 1873">
            <a:extLst>
              <a:ext uri="{FF2B5EF4-FFF2-40B4-BE49-F238E27FC236}">
                <a16:creationId xmlns:a16="http://schemas.microsoft.com/office/drawing/2014/main" id="{753D900A-1B7E-8E7C-5C01-7B5203F1B569}"/>
              </a:ext>
            </a:extLst>
          </p:cNvPr>
          <p:cNvSpPr txBox="1"/>
          <p:nvPr/>
        </p:nvSpPr>
        <p:spPr>
          <a:xfrm>
            <a:off x="3967801" y="3616020"/>
            <a:ext cx="22933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O4</a:t>
            </a:r>
          </a:p>
        </p:txBody>
      </p:sp>
      <p:pic>
        <p:nvPicPr>
          <p:cNvPr id="1876" name="그림 1875">
            <a:extLst>
              <a:ext uri="{FF2B5EF4-FFF2-40B4-BE49-F238E27FC236}">
                <a16:creationId xmlns:a16="http://schemas.microsoft.com/office/drawing/2014/main" id="{AD5D210F-8041-3317-A787-47E89B57DC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390" y="2998119"/>
            <a:ext cx="963465" cy="963465"/>
          </a:xfrm>
          <a:prstGeom prst="rect">
            <a:avLst/>
          </a:prstGeom>
        </p:spPr>
      </p:pic>
      <p:grpSp>
        <p:nvGrpSpPr>
          <p:cNvPr id="1887" name="그룹 1886">
            <a:extLst>
              <a:ext uri="{FF2B5EF4-FFF2-40B4-BE49-F238E27FC236}">
                <a16:creationId xmlns:a16="http://schemas.microsoft.com/office/drawing/2014/main" id="{718ACC07-8731-4C93-DD86-C03F91145B16}"/>
              </a:ext>
            </a:extLst>
          </p:cNvPr>
          <p:cNvGrpSpPr/>
          <p:nvPr/>
        </p:nvGrpSpPr>
        <p:grpSpPr>
          <a:xfrm>
            <a:off x="4350777" y="4633126"/>
            <a:ext cx="246506" cy="596755"/>
            <a:chOff x="10273857" y="2577920"/>
            <a:chExt cx="246506" cy="596755"/>
          </a:xfrm>
        </p:grpSpPr>
        <p:grpSp>
          <p:nvGrpSpPr>
            <p:cNvPr id="1878" name="그룹 1877">
              <a:extLst>
                <a:ext uri="{FF2B5EF4-FFF2-40B4-BE49-F238E27FC236}">
                  <a16:creationId xmlns:a16="http://schemas.microsoft.com/office/drawing/2014/main" id="{F959548B-342C-AAEE-FCBF-C4BE03A2C1E2}"/>
                </a:ext>
              </a:extLst>
            </p:cNvPr>
            <p:cNvGrpSpPr/>
            <p:nvPr/>
          </p:nvGrpSpPr>
          <p:grpSpPr>
            <a:xfrm>
              <a:off x="10273857" y="2577920"/>
              <a:ext cx="89712" cy="213026"/>
              <a:chOff x="10074074" y="2259551"/>
              <a:chExt cx="57483" cy="136496"/>
            </a:xfrm>
          </p:grpSpPr>
          <p:sp>
            <p:nvSpPr>
              <p:cNvPr id="1884" name="타원 1883">
                <a:extLst>
                  <a:ext uri="{FF2B5EF4-FFF2-40B4-BE49-F238E27FC236}">
                    <a16:creationId xmlns:a16="http://schemas.microsoft.com/office/drawing/2014/main" id="{EA7EF879-D48D-F366-58FC-2E5BD7A6C378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85" name="직선 연결선 1884">
                <a:extLst>
                  <a:ext uri="{FF2B5EF4-FFF2-40B4-BE49-F238E27FC236}">
                    <a16:creationId xmlns:a16="http://schemas.microsoft.com/office/drawing/2014/main" id="{C2D1D25B-C511-A227-8939-1C9362C94E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879" name="그룹 1878">
              <a:extLst>
                <a:ext uri="{FF2B5EF4-FFF2-40B4-BE49-F238E27FC236}">
                  <a16:creationId xmlns:a16="http://schemas.microsoft.com/office/drawing/2014/main" id="{1BFCB2E6-2F12-08DC-1F34-F634321BD07C}"/>
                </a:ext>
              </a:extLst>
            </p:cNvPr>
            <p:cNvGrpSpPr/>
            <p:nvPr/>
          </p:nvGrpSpPr>
          <p:grpSpPr>
            <a:xfrm flipV="1">
              <a:off x="10273857" y="2961649"/>
              <a:ext cx="89712" cy="213026"/>
              <a:chOff x="10074074" y="2259551"/>
              <a:chExt cx="57483" cy="136496"/>
            </a:xfrm>
          </p:grpSpPr>
          <p:sp>
            <p:nvSpPr>
              <p:cNvPr id="1882" name="타원 1881">
                <a:extLst>
                  <a:ext uri="{FF2B5EF4-FFF2-40B4-BE49-F238E27FC236}">
                    <a16:creationId xmlns:a16="http://schemas.microsoft.com/office/drawing/2014/main" id="{5CCDF8BE-16CF-CA22-B9FB-005F048D6004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83" name="직선 연결선 1882">
                <a:extLst>
                  <a:ext uri="{FF2B5EF4-FFF2-40B4-BE49-F238E27FC236}">
                    <a16:creationId xmlns:a16="http://schemas.microsoft.com/office/drawing/2014/main" id="{D3F1856B-C9CF-EDB5-FFEB-E0C2A6E9D3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880" name="직선 연결선 1879">
              <a:extLst>
                <a:ext uri="{FF2B5EF4-FFF2-40B4-BE49-F238E27FC236}">
                  <a16:creationId xmlns:a16="http://schemas.microsoft.com/office/drawing/2014/main" id="{FFA72194-EEEF-D686-4A48-08C93A29CCA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656" y="2716175"/>
              <a:ext cx="0" cy="325792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B3407BFF-5A4B-D099-4087-D73108DFC631}"/>
                </a:ext>
              </a:extLst>
            </p:cNvPr>
            <p:cNvSpPr/>
            <p:nvPr/>
          </p:nvSpPr>
          <p:spPr>
            <a:xfrm>
              <a:off x="10433050" y="2857500"/>
              <a:ext cx="87313" cy="50800"/>
            </a:xfrm>
            <a:custGeom>
              <a:avLst/>
              <a:gdLst>
                <a:gd name="csX0" fmla="*/ 0 w 127000"/>
                <a:gd name="csY0" fmla="*/ 0 h 50800"/>
                <a:gd name="csX1" fmla="*/ 127000 w 127000"/>
                <a:gd name="csY1" fmla="*/ 0 h 50800"/>
                <a:gd name="csX2" fmla="*/ 76200 w 127000"/>
                <a:gd name="csY2" fmla="*/ 50800 h 5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27000" h="50800">
                  <a:moveTo>
                    <a:pt x="0" y="0"/>
                  </a:moveTo>
                  <a:lnTo>
                    <a:pt x="127000" y="0"/>
                  </a:lnTo>
                  <a:lnTo>
                    <a:pt x="76200" y="508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89" name="그룹 1888">
            <a:extLst>
              <a:ext uri="{FF2B5EF4-FFF2-40B4-BE49-F238E27FC236}">
                <a16:creationId xmlns:a16="http://schemas.microsoft.com/office/drawing/2014/main" id="{D8A202AC-0796-7993-3CC4-05041617C8D2}"/>
              </a:ext>
            </a:extLst>
          </p:cNvPr>
          <p:cNvGrpSpPr/>
          <p:nvPr/>
        </p:nvGrpSpPr>
        <p:grpSpPr>
          <a:xfrm>
            <a:off x="3939241" y="4633126"/>
            <a:ext cx="89712" cy="213026"/>
            <a:chOff x="10074074" y="2259551"/>
            <a:chExt cx="57483" cy="136496"/>
          </a:xfrm>
        </p:grpSpPr>
        <p:sp>
          <p:nvSpPr>
            <p:cNvPr id="1895" name="타원 1894">
              <a:extLst>
                <a:ext uri="{FF2B5EF4-FFF2-40B4-BE49-F238E27FC236}">
                  <a16:creationId xmlns:a16="http://schemas.microsoft.com/office/drawing/2014/main" id="{2CF287D8-98BA-B873-2EAE-D8868BB8B4E3}"/>
                </a:ext>
              </a:extLst>
            </p:cNvPr>
            <p:cNvSpPr/>
            <p:nvPr/>
          </p:nvSpPr>
          <p:spPr>
            <a:xfrm>
              <a:off x="10074074" y="2338564"/>
              <a:ext cx="57483" cy="5748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896" name="직선 연결선 1895">
              <a:extLst>
                <a:ext uri="{FF2B5EF4-FFF2-40B4-BE49-F238E27FC236}">
                  <a16:creationId xmlns:a16="http://schemas.microsoft.com/office/drawing/2014/main" id="{D948E2EB-90D0-6653-F790-65011D30CD68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15" y="2259551"/>
              <a:ext cx="0" cy="7901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890" name="그룹 1889">
            <a:extLst>
              <a:ext uri="{FF2B5EF4-FFF2-40B4-BE49-F238E27FC236}">
                <a16:creationId xmlns:a16="http://schemas.microsoft.com/office/drawing/2014/main" id="{E04D00A0-BA76-F38F-B437-112C1BB72655}"/>
              </a:ext>
            </a:extLst>
          </p:cNvPr>
          <p:cNvGrpSpPr/>
          <p:nvPr/>
        </p:nvGrpSpPr>
        <p:grpSpPr>
          <a:xfrm flipV="1">
            <a:off x="3939241" y="5016855"/>
            <a:ext cx="89712" cy="213026"/>
            <a:chOff x="10074074" y="2259551"/>
            <a:chExt cx="57483" cy="136496"/>
          </a:xfrm>
        </p:grpSpPr>
        <p:sp>
          <p:nvSpPr>
            <p:cNvPr id="1893" name="타원 1892">
              <a:extLst>
                <a:ext uri="{FF2B5EF4-FFF2-40B4-BE49-F238E27FC236}">
                  <a16:creationId xmlns:a16="http://schemas.microsoft.com/office/drawing/2014/main" id="{531B8D47-5F3F-B8FD-87FC-41115F67440D}"/>
                </a:ext>
              </a:extLst>
            </p:cNvPr>
            <p:cNvSpPr/>
            <p:nvPr/>
          </p:nvSpPr>
          <p:spPr>
            <a:xfrm>
              <a:off x="10074074" y="2338564"/>
              <a:ext cx="57483" cy="5748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894" name="직선 연결선 1893">
              <a:extLst>
                <a:ext uri="{FF2B5EF4-FFF2-40B4-BE49-F238E27FC236}">
                  <a16:creationId xmlns:a16="http://schemas.microsoft.com/office/drawing/2014/main" id="{1E2D663B-45AC-BBD3-FED8-7B2BA156412B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15" y="2259551"/>
              <a:ext cx="0" cy="7901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897" name="그룹 1896">
            <a:extLst>
              <a:ext uri="{FF2B5EF4-FFF2-40B4-BE49-F238E27FC236}">
                <a16:creationId xmlns:a16="http://schemas.microsoft.com/office/drawing/2014/main" id="{85899E33-ED9F-961A-F9BB-240865E2DC93}"/>
              </a:ext>
            </a:extLst>
          </p:cNvPr>
          <p:cNvGrpSpPr/>
          <p:nvPr/>
        </p:nvGrpSpPr>
        <p:grpSpPr>
          <a:xfrm>
            <a:off x="3928516" y="4771381"/>
            <a:ext cx="87313" cy="325792"/>
            <a:chOff x="11005340" y="2716175"/>
            <a:chExt cx="87313" cy="325792"/>
          </a:xfrm>
        </p:grpSpPr>
        <p:cxnSp>
          <p:nvCxnSpPr>
            <p:cNvPr id="1891" name="직선 연결선 1890">
              <a:extLst>
                <a:ext uri="{FF2B5EF4-FFF2-40B4-BE49-F238E27FC236}">
                  <a16:creationId xmlns:a16="http://schemas.microsoft.com/office/drawing/2014/main" id="{0AC7B196-C79E-8625-E6D0-DF51B75F85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7946" y="2716175"/>
              <a:ext cx="0" cy="325792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F567F3D4-8860-9481-95C3-2A1E5FCE494E}"/>
                </a:ext>
              </a:extLst>
            </p:cNvPr>
            <p:cNvSpPr/>
            <p:nvPr/>
          </p:nvSpPr>
          <p:spPr>
            <a:xfrm>
              <a:off x="11005340" y="2857500"/>
              <a:ext cx="87313" cy="50800"/>
            </a:xfrm>
            <a:custGeom>
              <a:avLst/>
              <a:gdLst>
                <a:gd name="csX0" fmla="*/ 0 w 127000"/>
                <a:gd name="csY0" fmla="*/ 0 h 50800"/>
                <a:gd name="csX1" fmla="*/ 127000 w 127000"/>
                <a:gd name="csY1" fmla="*/ 0 h 50800"/>
                <a:gd name="csX2" fmla="*/ 76200 w 127000"/>
                <a:gd name="csY2" fmla="*/ 50800 h 5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27000" h="50800">
                  <a:moveTo>
                    <a:pt x="0" y="0"/>
                  </a:moveTo>
                  <a:lnTo>
                    <a:pt x="127000" y="0"/>
                  </a:lnTo>
                  <a:lnTo>
                    <a:pt x="76200" y="508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98" name="TextBox 1897">
            <a:extLst>
              <a:ext uri="{FF2B5EF4-FFF2-40B4-BE49-F238E27FC236}">
                <a16:creationId xmlns:a16="http://schemas.microsoft.com/office/drawing/2014/main" id="{12D643A4-3699-8BC1-F355-78EC80024BEA}"/>
              </a:ext>
            </a:extLst>
          </p:cNvPr>
          <p:cNvSpPr txBox="1"/>
          <p:nvPr/>
        </p:nvSpPr>
        <p:spPr>
          <a:xfrm>
            <a:off x="3709905" y="4596227"/>
            <a:ext cx="22933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N1</a:t>
            </a:r>
          </a:p>
        </p:txBody>
      </p:sp>
      <p:sp>
        <p:nvSpPr>
          <p:cNvPr id="1899" name="TextBox 1898">
            <a:extLst>
              <a:ext uri="{FF2B5EF4-FFF2-40B4-BE49-F238E27FC236}">
                <a16:creationId xmlns:a16="http://schemas.microsoft.com/office/drawing/2014/main" id="{E43F0407-5F48-9501-794F-9529D82455BD}"/>
              </a:ext>
            </a:extLst>
          </p:cNvPr>
          <p:cNvSpPr txBox="1"/>
          <p:nvPr/>
        </p:nvSpPr>
        <p:spPr>
          <a:xfrm>
            <a:off x="3709905" y="5120554"/>
            <a:ext cx="22933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C2</a:t>
            </a:r>
          </a:p>
        </p:txBody>
      </p:sp>
      <p:sp>
        <p:nvSpPr>
          <p:cNvPr id="1900" name="TextBox 1899">
            <a:extLst>
              <a:ext uri="{FF2B5EF4-FFF2-40B4-BE49-F238E27FC236}">
                <a16:creationId xmlns:a16="http://schemas.microsoft.com/office/drawing/2014/main" id="{E0EC7003-DBF1-4ECC-F81A-AF433D04BE3E}"/>
              </a:ext>
            </a:extLst>
          </p:cNvPr>
          <p:cNvSpPr txBox="1"/>
          <p:nvPr/>
        </p:nvSpPr>
        <p:spPr>
          <a:xfrm>
            <a:off x="4121441" y="4596227"/>
            <a:ext cx="22933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N3</a:t>
            </a:r>
          </a:p>
        </p:txBody>
      </p:sp>
      <p:sp>
        <p:nvSpPr>
          <p:cNvPr id="1901" name="TextBox 1900">
            <a:extLst>
              <a:ext uri="{FF2B5EF4-FFF2-40B4-BE49-F238E27FC236}">
                <a16:creationId xmlns:a16="http://schemas.microsoft.com/office/drawing/2014/main" id="{28F616CA-915D-B945-9549-4363E49881C2}"/>
              </a:ext>
            </a:extLst>
          </p:cNvPr>
          <p:cNvSpPr txBox="1"/>
          <p:nvPr/>
        </p:nvSpPr>
        <p:spPr>
          <a:xfrm>
            <a:off x="4121441" y="5120554"/>
            <a:ext cx="22933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O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4</a:t>
            </a:r>
          </a:p>
        </p:txBody>
      </p:sp>
      <p:sp>
        <p:nvSpPr>
          <p:cNvPr id="1902" name="자유형: 도형 1901">
            <a:extLst>
              <a:ext uri="{FF2B5EF4-FFF2-40B4-BE49-F238E27FC236}">
                <a16:creationId xmlns:a16="http://schemas.microsoft.com/office/drawing/2014/main" id="{E9E0E69F-4881-8EE7-3A1F-E210F99478DC}"/>
              </a:ext>
            </a:extLst>
          </p:cNvPr>
          <p:cNvSpPr/>
          <p:nvPr/>
        </p:nvSpPr>
        <p:spPr>
          <a:xfrm>
            <a:off x="3982920" y="4445981"/>
            <a:ext cx="414338" cy="142875"/>
          </a:xfrm>
          <a:custGeom>
            <a:avLst/>
            <a:gdLst>
              <a:gd name="csX0" fmla="*/ 0 w 414338"/>
              <a:gd name="csY0" fmla="*/ 114300 h 142875"/>
              <a:gd name="csX1" fmla="*/ 0 w 414338"/>
              <a:gd name="csY1" fmla="*/ 0 h 142875"/>
              <a:gd name="csX2" fmla="*/ 414338 w 414338"/>
              <a:gd name="csY2" fmla="*/ 0 h 142875"/>
              <a:gd name="csX3" fmla="*/ 414338 w 414338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4338" h="142875">
                <a:moveTo>
                  <a:pt x="0" y="114300"/>
                </a:moveTo>
                <a:lnTo>
                  <a:pt x="0" y="0"/>
                </a:lnTo>
                <a:lnTo>
                  <a:pt x="414338" y="0"/>
                </a:lnTo>
                <a:lnTo>
                  <a:pt x="414338" y="142875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3" name="자유형: 도형 1902">
            <a:extLst>
              <a:ext uri="{FF2B5EF4-FFF2-40B4-BE49-F238E27FC236}">
                <a16:creationId xmlns:a16="http://schemas.microsoft.com/office/drawing/2014/main" id="{52446E23-84FD-E26F-E715-850D7184B034}"/>
              </a:ext>
            </a:extLst>
          </p:cNvPr>
          <p:cNvSpPr/>
          <p:nvPr/>
        </p:nvSpPr>
        <p:spPr>
          <a:xfrm>
            <a:off x="3873383" y="4245958"/>
            <a:ext cx="76200" cy="319087"/>
          </a:xfrm>
          <a:custGeom>
            <a:avLst/>
            <a:gdLst>
              <a:gd name="csX0" fmla="*/ 76200 w 76200"/>
              <a:gd name="csY0" fmla="*/ 319087 h 319087"/>
              <a:gd name="csX1" fmla="*/ 76200 w 76200"/>
              <a:gd name="csY1" fmla="*/ 76200 h 319087"/>
              <a:gd name="csX2" fmla="*/ 0 w 76200"/>
              <a:gd name="csY2" fmla="*/ 0 h 3190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6200" h="319087">
                <a:moveTo>
                  <a:pt x="76200" y="319087"/>
                </a:moveTo>
                <a:lnTo>
                  <a:pt x="762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05" name="그림 1904">
            <a:extLst>
              <a:ext uri="{FF2B5EF4-FFF2-40B4-BE49-F238E27FC236}">
                <a16:creationId xmlns:a16="http://schemas.microsoft.com/office/drawing/2014/main" id="{5D29511C-8436-2D2B-9606-F6CFA95790A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0842" b="11142"/>
          <a:stretch>
            <a:fillRect/>
          </a:stretch>
        </p:blipFill>
        <p:spPr>
          <a:xfrm>
            <a:off x="777097" y="4548522"/>
            <a:ext cx="1034944" cy="807430"/>
          </a:xfrm>
          <a:prstGeom prst="rect">
            <a:avLst/>
          </a:prstGeom>
        </p:spPr>
      </p:pic>
      <p:sp>
        <p:nvSpPr>
          <p:cNvPr id="1906" name="Text 50">
            <a:extLst>
              <a:ext uri="{FF2B5EF4-FFF2-40B4-BE49-F238E27FC236}">
                <a16:creationId xmlns:a16="http://schemas.microsoft.com/office/drawing/2014/main" id="{BB50ECB0-FB30-666B-D66D-233EDDFC3D06}"/>
              </a:ext>
            </a:extLst>
          </p:cNvPr>
          <p:cNvSpPr/>
          <p:nvPr/>
        </p:nvSpPr>
        <p:spPr>
          <a:xfrm>
            <a:off x="709604" y="4090625"/>
            <a:ext cx="2235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 </a:t>
            </a:r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이미지에서 </a:t>
            </a:r>
            <a:r>
              <a:rPr lang="en-US" altLang="ko-KR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SS</a:t>
            </a:r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는 현재 </a:t>
            </a:r>
            <a:r>
              <a:rPr lang="en-US" altLang="ko-KR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11</a:t>
            </a:r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시 방향 이므로</a:t>
            </a:r>
            <a:endParaRPr lang="en-US" altLang="ko-KR" sz="1000" b="1" dirty="0">
              <a:solidFill>
                <a:srgbClr val="15233D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   MANUAL </a:t>
            </a:r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상태로 </a:t>
            </a:r>
            <a:r>
              <a:rPr lang="en-US" altLang="ko-KR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NC </a:t>
            </a:r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상태임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907" name="TextBox 1906">
            <a:extLst>
              <a:ext uri="{FF2B5EF4-FFF2-40B4-BE49-F238E27FC236}">
                <a16:creationId xmlns:a16="http://schemas.microsoft.com/office/drawing/2014/main" id="{47EA985D-B85F-4E16-850D-F7F1D43D9D6B}"/>
              </a:ext>
            </a:extLst>
          </p:cNvPr>
          <p:cNvSpPr txBox="1"/>
          <p:nvPr/>
        </p:nvSpPr>
        <p:spPr>
          <a:xfrm>
            <a:off x="1686547" y="4529942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적색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: NC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0000FF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청색 </a:t>
            </a:r>
            <a:r>
              <a:rPr lang="en-US" altLang="ko-KR" sz="900" dirty="0">
                <a:solidFill>
                  <a:srgbClr val="0000FF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: NO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908" name="TextBox 1907">
            <a:extLst>
              <a:ext uri="{FF2B5EF4-FFF2-40B4-BE49-F238E27FC236}">
                <a16:creationId xmlns:a16="http://schemas.microsoft.com/office/drawing/2014/main" id="{17AE2360-B17C-B295-CBCE-FBF04FA64F92}"/>
              </a:ext>
            </a:extLst>
          </p:cNvPr>
          <p:cNvSpPr txBox="1"/>
          <p:nvPr/>
        </p:nvSpPr>
        <p:spPr>
          <a:xfrm>
            <a:off x="1559731" y="2893599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적색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: NC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0000FF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청색 </a:t>
            </a:r>
            <a:r>
              <a:rPr lang="en-US" altLang="ko-KR" sz="900" dirty="0">
                <a:solidFill>
                  <a:srgbClr val="0000FF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: NO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pSp>
        <p:nvGrpSpPr>
          <p:cNvPr id="1413" name="그룹 1412">
            <a:extLst>
              <a:ext uri="{FF2B5EF4-FFF2-40B4-BE49-F238E27FC236}">
                <a16:creationId xmlns:a16="http://schemas.microsoft.com/office/drawing/2014/main" id="{96961106-0018-67B6-F6F0-548FD7584463}"/>
              </a:ext>
            </a:extLst>
          </p:cNvPr>
          <p:cNvGrpSpPr/>
          <p:nvPr/>
        </p:nvGrpSpPr>
        <p:grpSpPr>
          <a:xfrm>
            <a:off x="9716599" y="963100"/>
            <a:ext cx="314509" cy="495798"/>
            <a:chOff x="8026248" y="4515035"/>
            <a:chExt cx="314509" cy="495798"/>
          </a:xfrm>
        </p:grpSpPr>
        <p:sp>
          <p:nvSpPr>
            <p:cNvPr id="1854" name="타원 1853">
              <a:extLst>
                <a:ext uri="{FF2B5EF4-FFF2-40B4-BE49-F238E27FC236}">
                  <a16:creationId xmlns:a16="http://schemas.microsoft.com/office/drawing/2014/main" id="{BDF45815-9E49-E32E-368F-A7968E056434}"/>
                </a:ext>
              </a:extLst>
            </p:cNvPr>
            <p:cNvSpPr/>
            <p:nvPr/>
          </p:nvSpPr>
          <p:spPr>
            <a:xfrm>
              <a:off x="8082661" y="4657532"/>
              <a:ext cx="204089" cy="204089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409" name="직선 연결선 1408">
              <a:extLst>
                <a:ext uri="{FF2B5EF4-FFF2-40B4-BE49-F238E27FC236}">
                  <a16:creationId xmlns:a16="http://schemas.microsoft.com/office/drawing/2014/main" id="{B711082A-2D27-2819-E6B4-843BC69798BF}"/>
                </a:ext>
              </a:extLst>
            </p:cNvPr>
            <p:cNvCxnSpPr>
              <a:cxnSpLocks/>
            </p:cNvCxnSpPr>
            <p:nvPr/>
          </p:nvCxnSpPr>
          <p:spPr>
            <a:xfrm>
              <a:off x="8187604" y="4861621"/>
              <a:ext cx="0" cy="149212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11" name="직선 연결선 1410">
              <a:extLst>
                <a:ext uri="{FF2B5EF4-FFF2-40B4-BE49-F238E27FC236}">
                  <a16:creationId xmlns:a16="http://schemas.microsoft.com/office/drawing/2014/main" id="{D0339FCC-F296-55F1-B661-356036E5AC2D}"/>
                </a:ext>
              </a:extLst>
            </p:cNvPr>
            <p:cNvCxnSpPr>
              <a:cxnSpLocks/>
            </p:cNvCxnSpPr>
            <p:nvPr/>
          </p:nvCxnSpPr>
          <p:spPr>
            <a:xfrm>
              <a:off x="8187604" y="4515035"/>
              <a:ext cx="0" cy="149212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2" name="TextBox 1411">
              <a:extLst>
                <a:ext uri="{FF2B5EF4-FFF2-40B4-BE49-F238E27FC236}">
                  <a16:creationId xmlns:a16="http://schemas.microsoft.com/office/drawing/2014/main" id="{1E2362DB-9A3A-5B9A-9D8B-53630A6ACA2A}"/>
                </a:ext>
              </a:extLst>
            </p:cNvPr>
            <p:cNvSpPr txBox="1"/>
            <p:nvPr/>
          </p:nvSpPr>
          <p:spPr>
            <a:xfrm>
              <a:off x="8026248" y="4652824"/>
              <a:ext cx="31450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YL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</p:grpSp>
      <p:sp>
        <p:nvSpPr>
          <p:cNvPr id="1414" name="TextBox 1413">
            <a:extLst>
              <a:ext uri="{FF2B5EF4-FFF2-40B4-BE49-F238E27FC236}">
                <a16:creationId xmlns:a16="http://schemas.microsoft.com/office/drawing/2014/main" id="{1224B8C5-ED25-2912-6D62-9D498B87F9E0}"/>
              </a:ext>
            </a:extLst>
          </p:cNvPr>
          <p:cNvSpPr txBox="1"/>
          <p:nvPr/>
        </p:nvSpPr>
        <p:spPr>
          <a:xfrm>
            <a:off x="9781893" y="942341"/>
            <a:ext cx="641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1</a:t>
            </a:r>
          </a:p>
        </p:txBody>
      </p:sp>
      <p:sp>
        <p:nvSpPr>
          <p:cNvPr id="1415" name="TextBox 1414">
            <a:extLst>
              <a:ext uri="{FF2B5EF4-FFF2-40B4-BE49-F238E27FC236}">
                <a16:creationId xmlns:a16="http://schemas.microsoft.com/office/drawing/2014/main" id="{75CE51B7-F7E7-4953-69AC-0450ECD21A68}"/>
              </a:ext>
            </a:extLst>
          </p:cNvPr>
          <p:cNvSpPr txBox="1"/>
          <p:nvPr/>
        </p:nvSpPr>
        <p:spPr>
          <a:xfrm>
            <a:off x="9781893" y="1356678"/>
            <a:ext cx="641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2</a:t>
            </a:r>
          </a:p>
        </p:txBody>
      </p:sp>
      <p:grpSp>
        <p:nvGrpSpPr>
          <p:cNvPr id="1443" name="그룹 1442">
            <a:extLst>
              <a:ext uri="{FF2B5EF4-FFF2-40B4-BE49-F238E27FC236}">
                <a16:creationId xmlns:a16="http://schemas.microsoft.com/office/drawing/2014/main" id="{9584F1CE-C625-A1CB-5BF6-E5493A08716C}"/>
              </a:ext>
            </a:extLst>
          </p:cNvPr>
          <p:cNvGrpSpPr/>
          <p:nvPr/>
        </p:nvGrpSpPr>
        <p:grpSpPr>
          <a:xfrm>
            <a:off x="9092172" y="1080840"/>
            <a:ext cx="504683" cy="314499"/>
            <a:chOff x="3476419" y="3310777"/>
            <a:chExt cx="504683" cy="314499"/>
          </a:xfrm>
        </p:grpSpPr>
        <p:sp>
          <p:nvSpPr>
            <p:cNvPr id="1433" name="직사각형 1432">
              <a:extLst>
                <a:ext uri="{FF2B5EF4-FFF2-40B4-BE49-F238E27FC236}">
                  <a16:creationId xmlns:a16="http://schemas.microsoft.com/office/drawing/2014/main" id="{ACB5D1BE-A59D-F557-9709-C6D33477AD71}"/>
                </a:ext>
              </a:extLst>
            </p:cNvPr>
            <p:cNvSpPr/>
            <p:nvPr/>
          </p:nvSpPr>
          <p:spPr>
            <a:xfrm>
              <a:off x="3575008" y="3310777"/>
              <a:ext cx="314499" cy="314499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5" name="직사각형 1434">
              <a:extLst>
                <a:ext uri="{FF2B5EF4-FFF2-40B4-BE49-F238E27FC236}">
                  <a16:creationId xmlns:a16="http://schemas.microsoft.com/office/drawing/2014/main" id="{14C9644F-5030-E84B-4279-ABD5BE59A331}"/>
                </a:ext>
              </a:extLst>
            </p:cNvPr>
            <p:cNvSpPr/>
            <p:nvPr/>
          </p:nvSpPr>
          <p:spPr>
            <a:xfrm>
              <a:off x="3606803" y="3479933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6" name="직사각형 1435">
              <a:extLst>
                <a:ext uri="{FF2B5EF4-FFF2-40B4-BE49-F238E27FC236}">
                  <a16:creationId xmlns:a16="http://schemas.microsoft.com/office/drawing/2014/main" id="{E307718E-DD83-5D28-4133-8CF77E2227D2}"/>
                </a:ext>
              </a:extLst>
            </p:cNvPr>
            <p:cNvSpPr/>
            <p:nvPr/>
          </p:nvSpPr>
          <p:spPr>
            <a:xfrm>
              <a:off x="3768901" y="3479933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9" name="TextBox 1438">
              <a:extLst>
                <a:ext uri="{FF2B5EF4-FFF2-40B4-BE49-F238E27FC236}">
                  <a16:creationId xmlns:a16="http://schemas.microsoft.com/office/drawing/2014/main" id="{239192B7-FD63-7A71-96E2-2742C13CDBB0}"/>
                </a:ext>
              </a:extLst>
            </p:cNvPr>
            <p:cNvSpPr txBox="1"/>
            <p:nvPr/>
          </p:nvSpPr>
          <p:spPr>
            <a:xfrm>
              <a:off x="3476419" y="3455998"/>
              <a:ext cx="6412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</a:t>
              </a:r>
            </a:p>
          </p:txBody>
        </p:sp>
        <p:sp>
          <p:nvSpPr>
            <p:cNvPr id="1440" name="TextBox 1439">
              <a:extLst>
                <a:ext uri="{FF2B5EF4-FFF2-40B4-BE49-F238E27FC236}">
                  <a16:creationId xmlns:a16="http://schemas.microsoft.com/office/drawing/2014/main" id="{3D0E011B-1B3D-DC97-C1DC-67C21E953298}"/>
                </a:ext>
              </a:extLst>
            </p:cNvPr>
            <p:cNvSpPr txBox="1"/>
            <p:nvPr/>
          </p:nvSpPr>
          <p:spPr>
            <a:xfrm>
              <a:off x="3916982" y="3455998"/>
              <a:ext cx="6412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2</a:t>
              </a:r>
            </a:p>
          </p:txBody>
        </p:sp>
      </p:grpSp>
      <p:sp>
        <p:nvSpPr>
          <p:cNvPr id="1446" name="TextBox 1445">
            <a:extLst>
              <a:ext uri="{FF2B5EF4-FFF2-40B4-BE49-F238E27FC236}">
                <a16:creationId xmlns:a16="http://schemas.microsoft.com/office/drawing/2014/main" id="{1029FA68-FB9F-8553-B12F-1AB0602976CE}"/>
              </a:ext>
            </a:extLst>
          </p:cNvPr>
          <p:cNvSpPr txBox="1"/>
          <p:nvPr/>
        </p:nvSpPr>
        <p:spPr>
          <a:xfrm>
            <a:off x="9962374" y="942341"/>
            <a:ext cx="641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+</a:t>
            </a:r>
          </a:p>
        </p:txBody>
      </p:sp>
      <p:sp>
        <p:nvSpPr>
          <p:cNvPr id="1448" name="TextBox 1447">
            <a:extLst>
              <a:ext uri="{FF2B5EF4-FFF2-40B4-BE49-F238E27FC236}">
                <a16:creationId xmlns:a16="http://schemas.microsoft.com/office/drawing/2014/main" id="{459873F1-41C2-AC54-098A-097D358B4AF8}"/>
              </a:ext>
            </a:extLst>
          </p:cNvPr>
          <p:cNvSpPr txBox="1"/>
          <p:nvPr/>
        </p:nvSpPr>
        <p:spPr>
          <a:xfrm>
            <a:off x="9962374" y="1356678"/>
            <a:ext cx="641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-</a:t>
            </a:r>
          </a:p>
        </p:txBody>
      </p:sp>
      <p:grpSp>
        <p:nvGrpSpPr>
          <p:cNvPr id="1909" name="그룹 1908">
            <a:extLst>
              <a:ext uri="{FF2B5EF4-FFF2-40B4-BE49-F238E27FC236}">
                <a16:creationId xmlns:a16="http://schemas.microsoft.com/office/drawing/2014/main" id="{E1627A4C-D139-ED37-7E9D-155C7A133747}"/>
              </a:ext>
            </a:extLst>
          </p:cNvPr>
          <p:cNvGrpSpPr/>
          <p:nvPr/>
        </p:nvGrpSpPr>
        <p:grpSpPr>
          <a:xfrm>
            <a:off x="2663685" y="4572460"/>
            <a:ext cx="837203" cy="553474"/>
            <a:chOff x="3372867" y="3158605"/>
            <a:chExt cx="837203" cy="553474"/>
          </a:xfrm>
        </p:grpSpPr>
        <p:sp>
          <p:nvSpPr>
            <p:cNvPr id="1910" name="직사각형 1909">
              <a:extLst>
                <a:ext uri="{FF2B5EF4-FFF2-40B4-BE49-F238E27FC236}">
                  <a16:creationId xmlns:a16="http://schemas.microsoft.com/office/drawing/2014/main" id="{AAE5CCBE-85F2-B949-7CBD-6C8127EAEF5A}"/>
                </a:ext>
              </a:extLst>
            </p:cNvPr>
            <p:cNvSpPr/>
            <p:nvPr/>
          </p:nvSpPr>
          <p:spPr>
            <a:xfrm>
              <a:off x="3575008" y="3219183"/>
              <a:ext cx="406094" cy="406094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1" name="직사각형 1910">
              <a:extLst>
                <a:ext uri="{FF2B5EF4-FFF2-40B4-BE49-F238E27FC236}">
                  <a16:creationId xmlns:a16="http://schemas.microsoft.com/office/drawing/2014/main" id="{45872C7B-35D5-86A8-CA0B-86C87FC8ADF9}"/>
                </a:ext>
              </a:extLst>
            </p:cNvPr>
            <p:cNvSpPr/>
            <p:nvPr/>
          </p:nvSpPr>
          <p:spPr>
            <a:xfrm>
              <a:off x="3606803" y="3479933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2" name="직사각형 1911">
              <a:extLst>
                <a:ext uri="{FF2B5EF4-FFF2-40B4-BE49-F238E27FC236}">
                  <a16:creationId xmlns:a16="http://schemas.microsoft.com/office/drawing/2014/main" id="{A6727287-841E-2FB3-7824-1F897A41F554}"/>
                </a:ext>
              </a:extLst>
            </p:cNvPr>
            <p:cNvSpPr/>
            <p:nvPr/>
          </p:nvSpPr>
          <p:spPr>
            <a:xfrm>
              <a:off x="3859563" y="3479933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3" name="TextBox 1912">
              <a:extLst>
                <a:ext uri="{FF2B5EF4-FFF2-40B4-BE49-F238E27FC236}">
                  <a16:creationId xmlns:a16="http://schemas.microsoft.com/office/drawing/2014/main" id="{2B602C76-4B3C-1ACE-4362-7284450C5DD4}"/>
                </a:ext>
              </a:extLst>
            </p:cNvPr>
            <p:cNvSpPr txBox="1"/>
            <p:nvPr/>
          </p:nvSpPr>
          <p:spPr>
            <a:xfrm>
              <a:off x="3384436" y="3573580"/>
              <a:ext cx="15898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N3</a:t>
              </a:r>
            </a:p>
          </p:txBody>
        </p:sp>
        <p:sp>
          <p:nvSpPr>
            <p:cNvPr id="1914" name="TextBox 1913">
              <a:extLst>
                <a:ext uri="{FF2B5EF4-FFF2-40B4-BE49-F238E27FC236}">
                  <a16:creationId xmlns:a16="http://schemas.microsoft.com/office/drawing/2014/main" id="{A9A8BF1C-61FB-0863-EBD6-3C38C98D5CC6}"/>
                </a:ext>
              </a:extLst>
            </p:cNvPr>
            <p:cNvSpPr txBox="1"/>
            <p:nvPr/>
          </p:nvSpPr>
          <p:spPr>
            <a:xfrm>
              <a:off x="4018582" y="3455998"/>
              <a:ext cx="19148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O4</a:t>
              </a:r>
            </a:p>
          </p:txBody>
        </p:sp>
        <p:sp>
          <p:nvSpPr>
            <p:cNvPr id="1915" name="직사각형 1914">
              <a:extLst>
                <a:ext uri="{FF2B5EF4-FFF2-40B4-BE49-F238E27FC236}">
                  <a16:creationId xmlns:a16="http://schemas.microsoft.com/office/drawing/2014/main" id="{6026E3B5-D784-BC19-8760-0ABBCEB39711}"/>
                </a:ext>
              </a:extLst>
            </p:cNvPr>
            <p:cNvSpPr/>
            <p:nvPr/>
          </p:nvSpPr>
          <p:spPr>
            <a:xfrm>
              <a:off x="3606803" y="3263019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6" name="직사각형 1915">
              <a:extLst>
                <a:ext uri="{FF2B5EF4-FFF2-40B4-BE49-F238E27FC236}">
                  <a16:creationId xmlns:a16="http://schemas.microsoft.com/office/drawing/2014/main" id="{B274C146-5AAA-B5AC-62E5-8D4A63257B79}"/>
                </a:ext>
              </a:extLst>
            </p:cNvPr>
            <p:cNvSpPr/>
            <p:nvPr/>
          </p:nvSpPr>
          <p:spPr>
            <a:xfrm>
              <a:off x="3859563" y="3263019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7" name="TextBox 1916">
              <a:extLst>
                <a:ext uri="{FF2B5EF4-FFF2-40B4-BE49-F238E27FC236}">
                  <a16:creationId xmlns:a16="http://schemas.microsoft.com/office/drawing/2014/main" id="{4DA9AF23-C2BC-69A9-A33A-340397440759}"/>
                </a:ext>
              </a:extLst>
            </p:cNvPr>
            <p:cNvSpPr txBox="1"/>
            <p:nvPr/>
          </p:nvSpPr>
          <p:spPr>
            <a:xfrm>
              <a:off x="3372867" y="3158605"/>
              <a:ext cx="18438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N1</a:t>
              </a:r>
            </a:p>
          </p:txBody>
        </p:sp>
        <p:sp>
          <p:nvSpPr>
            <p:cNvPr id="1918" name="TextBox 1917">
              <a:extLst>
                <a:ext uri="{FF2B5EF4-FFF2-40B4-BE49-F238E27FC236}">
                  <a16:creationId xmlns:a16="http://schemas.microsoft.com/office/drawing/2014/main" id="{5D9670D2-6914-DED1-E835-7AF3413AD931}"/>
                </a:ext>
              </a:extLst>
            </p:cNvPr>
            <p:cNvSpPr txBox="1"/>
            <p:nvPr/>
          </p:nvSpPr>
          <p:spPr>
            <a:xfrm>
              <a:off x="4018582" y="3256568"/>
              <a:ext cx="19148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현대산스 Text" panose="020B0600000101010101" pitchFamily="34" charset="-127"/>
                  <a:ea typeface="현대산스 Text" panose="020B0600000101010101" pitchFamily="34" charset="-127"/>
                </a:rPr>
                <a:t>C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2</a:t>
              </a:r>
            </a:p>
          </p:txBody>
        </p:sp>
      </p:grpSp>
      <p:sp>
        <p:nvSpPr>
          <p:cNvPr id="1919" name="자유형: 도형 1918">
            <a:extLst>
              <a:ext uri="{FF2B5EF4-FFF2-40B4-BE49-F238E27FC236}">
                <a16:creationId xmlns:a16="http://schemas.microsoft.com/office/drawing/2014/main" id="{E3BE358E-674A-DE74-1165-8388766C5948}"/>
              </a:ext>
            </a:extLst>
          </p:cNvPr>
          <p:cNvSpPr/>
          <p:nvPr/>
        </p:nvSpPr>
        <p:spPr>
          <a:xfrm rot="16200000">
            <a:off x="2718269" y="4764642"/>
            <a:ext cx="218215" cy="145256"/>
          </a:xfrm>
          <a:custGeom>
            <a:avLst/>
            <a:gdLst>
              <a:gd name="csX0" fmla="*/ 0 w 414338"/>
              <a:gd name="csY0" fmla="*/ 114300 h 142875"/>
              <a:gd name="csX1" fmla="*/ 0 w 414338"/>
              <a:gd name="csY1" fmla="*/ 0 h 142875"/>
              <a:gd name="csX2" fmla="*/ 414338 w 414338"/>
              <a:gd name="csY2" fmla="*/ 0 h 142875"/>
              <a:gd name="csX3" fmla="*/ 414338 w 414338"/>
              <a:gd name="csY3" fmla="*/ 142875 h 142875"/>
              <a:gd name="csX0" fmla="*/ 0 w 414338"/>
              <a:gd name="csY0" fmla="*/ 133350 h 142875"/>
              <a:gd name="csX1" fmla="*/ 0 w 414338"/>
              <a:gd name="csY1" fmla="*/ 0 h 142875"/>
              <a:gd name="csX2" fmla="*/ 414338 w 414338"/>
              <a:gd name="csY2" fmla="*/ 0 h 142875"/>
              <a:gd name="csX3" fmla="*/ 414338 w 414338"/>
              <a:gd name="csY3" fmla="*/ 142875 h 142875"/>
              <a:gd name="csX0" fmla="*/ 4521 w 414338"/>
              <a:gd name="csY0" fmla="*/ 145256 h 145256"/>
              <a:gd name="csX1" fmla="*/ 0 w 414338"/>
              <a:gd name="csY1" fmla="*/ 0 h 145256"/>
              <a:gd name="csX2" fmla="*/ 414338 w 414338"/>
              <a:gd name="csY2" fmla="*/ 0 h 145256"/>
              <a:gd name="csX3" fmla="*/ 414338 w 414338"/>
              <a:gd name="csY3" fmla="*/ 142875 h 145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4338" h="145256">
                <a:moveTo>
                  <a:pt x="4521" y="145256"/>
                </a:moveTo>
                <a:lnTo>
                  <a:pt x="0" y="0"/>
                </a:lnTo>
                <a:lnTo>
                  <a:pt x="414338" y="0"/>
                </a:lnTo>
                <a:lnTo>
                  <a:pt x="414338" y="142875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23" name="직선 연결선 1922">
            <a:extLst>
              <a:ext uri="{FF2B5EF4-FFF2-40B4-BE49-F238E27FC236}">
                <a16:creationId xmlns:a16="http://schemas.microsoft.com/office/drawing/2014/main" id="{7EFD6E9A-23A6-FA97-86A6-D5E804495ACD}"/>
              </a:ext>
            </a:extLst>
          </p:cNvPr>
          <p:cNvCxnSpPr>
            <a:cxnSpLocks/>
          </p:cNvCxnSpPr>
          <p:nvPr/>
        </p:nvCxnSpPr>
        <p:spPr>
          <a:xfrm flipH="1">
            <a:off x="2491194" y="4698629"/>
            <a:ext cx="406180" cy="0"/>
          </a:xfrm>
          <a:prstGeom prst="lin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925" name="그룹 1924">
            <a:extLst>
              <a:ext uri="{FF2B5EF4-FFF2-40B4-BE49-F238E27FC236}">
                <a16:creationId xmlns:a16="http://schemas.microsoft.com/office/drawing/2014/main" id="{FFF1C006-A0BA-514F-2D30-097F475A8AD9}"/>
              </a:ext>
            </a:extLst>
          </p:cNvPr>
          <p:cNvGrpSpPr/>
          <p:nvPr/>
        </p:nvGrpSpPr>
        <p:grpSpPr>
          <a:xfrm>
            <a:off x="2079735" y="3279739"/>
            <a:ext cx="837203" cy="406094"/>
            <a:chOff x="3372867" y="3219183"/>
            <a:chExt cx="837203" cy="406094"/>
          </a:xfrm>
        </p:grpSpPr>
        <p:sp>
          <p:nvSpPr>
            <p:cNvPr id="1926" name="직사각형 1925">
              <a:extLst>
                <a:ext uri="{FF2B5EF4-FFF2-40B4-BE49-F238E27FC236}">
                  <a16:creationId xmlns:a16="http://schemas.microsoft.com/office/drawing/2014/main" id="{24D12EA9-715C-76DD-9A93-596B60B06297}"/>
                </a:ext>
              </a:extLst>
            </p:cNvPr>
            <p:cNvSpPr/>
            <p:nvPr/>
          </p:nvSpPr>
          <p:spPr>
            <a:xfrm>
              <a:off x="3575008" y="3219183"/>
              <a:ext cx="406094" cy="406094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7" name="직사각형 1926">
              <a:extLst>
                <a:ext uri="{FF2B5EF4-FFF2-40B4-BE49-F238E27FC236}">
                  <a16:creationId xmlns:a16="http://schemas.microsoft.com/office/drawing/2014/main" id="{757C8318-4E08-2050-89B7-7EF97754567C}"/>
                </a:ext>
              </a:extLst>
            </p:cNvPr>
            <p:cNvSpPr/>
            <p:nvPr/>
          </p:nvSpPr>
          <p:spPr>
            <a:xfrm>
              <a:off x="3606803" y="3479933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8" name="직사각형 1927">
              <a:extLst>
                <a:ext uri="{FF2B5EF4-FFF2-40B4-BE49-F238E27FC236}">
                  <a16:creationId xmlns:a16="http://schemas.microsoft.com/office/drawing/2014/main" id="{5CC371F8-A5C3-0BE5-BAB2-0E61461A6931}"/>
                </a:ext>
              </a:extLst>
            </p:cNvPr>
            <p:cNvSpPr/>
            <p:nvPr/>
          </p:nvSpPr>
          <p:spPr>
            <a:xfrm>
              <a:off x="3859563" y="3479933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9" name="TextBox 1928">
              <a:extLst>
                <a:ext uri="{FF2B5EF4-FFF2-40B4-BE49-F238E27FC236}">
                  <a16:creationId xmlns:a16="http://schemas.microsoft.com/office/drawing/2014/main" id="{FE92D1D7-705D-8689-5FAB-29A990DE689F}"/>
                </a:ext>
              </a:extLst>
            </p:cNvPr>
            <p:cNvSpPr txBox="1"/>
            <p:nvPr/>
          </p:nvSpPr>
          <p:spPr>
            <a:xfrm>
              <a:off x="3384436" y="3484890"/>
              <a:ext cx="15898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N3</a:t>
              </a:r>
            </a:p>
          </p:txBody>
        </p:sp>
        <p:sp>
          <p:nvSpPr>
            <p:cNvPr id="1930" name="TextBox 1929">
              <a:extLst>
                <a:ext uri="{FF2B5EF4-FFF2-40B4-BE49-F238E27FC236}">
                  <a16:creationId xmlns:a16="http://schemas.microsoft.com/office/drawing/2014/main" id="{48F11E82-3985-C969-A52A-D5E25A43FF68}"/>
                </a:ext>
              </a:extLst>
            </p:cNvPr>
            <p:cNvSpPr txBox="1"/>
            <p:nvPr/>
          </p:nvSpPr>
          <p:spPr>
            <a:xfrm>
              <a:off x="4018582" y="3475046"/>
              <a:ext cx="19148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O4</a:t>
              </a:r>
            </a:p>
          </p:txBody>
        </p:sp>
        <p:sp>
          <p:nvSpPr>
            <p:cNvPr id="1931" name="직사각형 1930">
              <a:extLst>
                <a:ext uri="{FF2B5EF4-FFF2-40B4-BE49-F238E27FC236}">
                  <a16:creationId xmlns:a16="http://schemas.microsoft.com/office/drawing/2014/main" id="{F73B883D-115A-11AF-AEBA-3C2DE431E0F2}"/>
                </a:ext>
              </a:extLst>
            </p:cNvPr>
            <p:cNvSpPr/>
            <p:nvPr/>
          </p:nvSpPr>
          <p:spPr>
            <a:xfrm>
              <a:off x="3606803" y="3263019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2" name="직사각형 1931">
              <a:extLst>
                <a:ext uri="{FF2B5EF4-FFF2-40B4-BE49-F238E27FC236}">
                  <a16:creationId xmlns:a16="http://schemas.microsoft.com/office/drawing/2014/main" id="{C58ED482-A829-CFD7-F770-0ECA52DD8990}"/>
                </a:ext>
              </a:extLst>
            </p:cNvPr>
            <p:cNvSpPr/>
            <p:nvPr/>
          </p:nvSpPr>
          <p:spPr>
            <a:xfrm>
              <a:off x="3859563" y="3263019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3" name="TextBox 1932">
              <a:extLst>
                <a:ext uri="{FF2B5EF4-FFF2-40B4-BE49-F238E27FC236}">
                  <a16:creationId xmlns:a16="http://schemas.microsoft.com/office/drawing/2014/main" id="{D592F93E-9FD8-4A5F-B830-D38EB97B48CD}"/>
                </a:ext>
              </a:extLst>
            </p:cNvPr>
            <p:cNvSpPr txBox="1"/>
            <p:nvPr/>
          </p:nvSpPr>
          <p:spPr>
            <a:xfrm>
              <a:off x="3372867" y="3242056"/>
              <a:ext cx="18438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N1</a:t>
              </a:r>
            </a:p>
          </p:txBody>
        </p:sp>
        <p:sp>
          <p:nvSpPr>
            <p:cNvPr id="1934" name="TextBox 1933">
              <a:extLst>
                <a:ext uri="{FF2B5EF4-FFF2-40B4-BE49-F238E27FC236}">
                  <a16:creationId xmlns:a16="http://schemas.microsoft.com/office/drawing/2014/main" id="{596A378D-93BC-5F51-AF8D-D2039EEBA484}"/>
                </a:ext>
              </a:extLst>
            </p:cNvPr>
            <p:cNvSpPr txBox="1"/>
            <p:nvPr/>
          </p:nvSpPr>
          <p:spPr>
            <a:xfrm>
              <a:off x="4018582" y="3230377"/>
              <a:ext cx="19148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현대산스 Text" panose="020B0600000101010101" pitchFamily="34" charset="-127"/>
                  <a:ea typeface="현대산스 Text" panose="020B0600000101010101" pitchFamily="34" charset="-127"/>
                </a:rPr>
                <a:t>C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2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0271ED1-436F-592D-9859-6DDABB548627}"/>
              </a:ext>
            </a:extLst>
          </p:cNvPr>
          <p:cNvSpPr txBox="1"/>
          <p:nvPr/>
        </p:nvSpPr>
        <p:spPr>
          <a:xfrm>
            <a:off x="5168899" y="2131890"/>
            <a:ext cx="3492755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buNone/>
            </a:pPr>
            <a:r>
              <a:rPr lang="en-US" altLang="ko-KR" sz="11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[</a:t>
            </a:r>
            <a:r>
              <a:rPr lang="ko-KR" altLang="en-US" sz="11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전기기기 </a:t>
            </a:r>
            <a:r>
              <a:rPr lang="ko-KR" altLang="ko-KR" sz="11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재료</a:t>
            </a:r>
            <a:r>
              <a:rPr lang="en-US" altLang="ko-KR" sz="11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</a:t>
            </a:r>
            <a:r>
              <a:rPr lang="ko-KR" altLang="en-US" sz="11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그룹핑</a:t>
            </a:r>
            <a:r>
              <a:rPr lang="en-US" altLang="ko-KR" sz="11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] </a:t>
            </a:r>
            <a:r>
              <a:rPr lang="ko-KR" altLang="ko-KR" sz="11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</a:t>
            </a:r>
            <a:endParaRPr lang="en-US" altLang="ko-KR" sz="11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전선 (갈색, 흑색, 회색, 녹노색, 황색) 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배관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(CD관, PE관)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소켓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(8핀, 12핀)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단자대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(4핀, 10핀)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스위치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(녹색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PBS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, 적색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PBS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,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셀렉트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en-US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스위치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)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램프 &amp; 버즈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(녹색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L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, 적색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L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, 황색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L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, 백색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L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, BZ) 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박스류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(4</a:t>
            </a:r>
            <a:r>
              <a:rPr lang="ko-KR" altLang="en-US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각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(2구), 4각(3구), 8각, CAP) 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MCCB 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소켓 결합 기기 (EOCR, MC,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릴레이, 타이머, 플리커, FLS) 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퓨즈 홀더 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기타(밸테스터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, </a:t>
            </a:r>
            <a:r>
              <a:rPr lang="ko-KR" altLang="en-US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스프링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) 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설비(3상모터,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YD모터, LS, FLS 수통)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B68C672-240F-1E3C-DF23-0ED387F6464D}"/>
              </a:ext>
            </a:extLst>
          </p:cNvPr>
          <p:cNvGrpSpPr/>
          <p:nvPr/>
        </p:nvGrpSpPr>
        <p:grpSpPr>
          <a:xfrm rot="16200000">
            <a:off x="10848432" y="2789214"/>
            <a:ext cx="99363" cy="596755"/>
            <a:chOff x="9713995" y="2246876"/>
            <a:chExt cx="63667" cy="382370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988FEB2-136C-9811-AC27-DF0BAE93912A}"/>
                </a:ext>
              </a:extLst>
            </p:cNvPr>
            <p:cNvGrpSpPr/>
            <p:nvPr/>
          </p:nvGrpSpPr>
          <p:grpSpPr>
            <a:xfrm>
              <a:off x="9720179" y="2246876"/>
              <a:ext cx="57483" cy="136496"/>
              <a:chOff x="10074074" y="2259551"/>
              <a:chExt cx="57483" cy="136496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41BF2AC9-74AF-805A-4783-A601A45DDF3A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E4E1C0A0-8A40-1D14-6B76-F1604410FF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E1F91D3F-8004-86F1-77D4-C7A872E5BEC2}"/>
                </a:ext>
              </a:extLst>
            </p:cNvPr>
            <p:cNvGrpSpPr/>
            <p:nvPr/>
          </p:nvGrpSpPr>
          <p:grpSpPr>
            <a:xfrm flipV="1">
              <a:off x="9720179" y="2492750"/>
              <a:ext cx="57483" cy="136496"/>
              <a:chOff x="10074074" y="2259551"/>
              <a:chExt cx="57483" cy="136496"/>
            </a:xfrm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70F45674-8571-F641-684A-6DA1221F0791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49C0E443-5204-ED12-EF0A-C332BE2556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422EEC0-4CBB-88EE-00CA-36A9E46DE80A}"/>
                </a:ext>
              </a:extLst>
            </p:cNvPr>
            <p:cNvCxnSpPr>
              <a:cxnSpLocks/>
            </p:cNvCxnSpPr>
            <p:nvPr/>
          </p:nvCxnSpPr>
          <p:spPr>
            <a:xfrm>
              <a:off x="9713995" y="2335463"/>
              <a:ext cx="0" cy="208751"/>
            </a:xfrm>
            <a:prstGeom prst="lin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50959D8A-A15A-0736-DB48-52BD3E25FF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13995" y="2430587"/>
              <a:ext cx="63667" cy="0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AD03645-68E4-D70B-10C6-DF5B0550ECE7}"/>
              </a:ext>
            </a:extLst>
          </p:cNvPr>
          <p:cNvGrpSpPr/>
          <p:nvPr/>
        </p:nvGrpSpPr>
        <p:grpSpPr>
          <a:xfrm rot="16200000">
            <a:off x="9753801" y="2789214"/>
            <a:ext cx="242114" cy="596755"/>
            <a:chOff x="9720179" y="2246876"/>
            <a:chExt cx="155136" cy="38237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05F7A4D-5A29-1650-521A-84E4335149E0}"/>
                </a:ext>
              </a:extLst>
            </p:cNvPr>
            <p:cNvGrpSpPr/>
            <p:nvPr/>
          </p:nvGrpSpPr>
          <p:grpSpPr>
            <a:xfrm>
              <a:off x="9720179" y="2246876"/>
              <a:ext cx="57483" cy="136496"/>
              <a:chOff x="10074074" y="2259551"/>
              <a:chExt cx="57483" cy="136496"/>
            </a:xfrm>
          </p:grpSpPr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00E785AF-0EBC-4D55-962F-209184DD84CE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7A34B5A5-2FAA-5790-39E1-ACFA1867D6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3442D3CA-700D-0126-FBD3-D831DBE2EB13}"/>
                </a:ext>
              </a:extLst>
            </p:cNvPr>
            <p:cNvGrpSpPr/>
            <p:nvPr/>
          </p:nvGrpSpPr>
          <p:grpSpPr>
            <a:xfrm flipV="1">
              <a:off x="9720179" y="2492750"/>
              <a:ext cx="57483" cy="136496"/>
              <a:chOff x="10074074" y="2259551"/>
              <a:chExt cx="57483" cy="136496"/>
            </a:xfrm>
          </p:grpSpPr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31D91932-44EA-7BC7-0AD8-864EE80345AE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AB8A953B-BC6C-8B47-5A05-7E89BE3DB7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63877B4B-F3BD-C957-2B0A-03E5B4D78EBB}"/>
                </a:ext>
              </a:extLst>
            </p:cNvPr>
            <p:cNvCxnSpPr>
              <a:cxnSpLocks/>
            </p:cNvCxnSpPr>
            <p:nvPr/>
          </p:nvCxnSpPr>
          <p:spPr>
            <a:xfrm>
              <a:off x="9811733" y="2335463"/>
              <a:ext cx="0" cy="208751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EE9C02B-65A8-21FF-DB4A-612E91AF94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11648" y="2430587"/>
              <a:ext cx="63667" cy="0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8C781BB5-D212-0D50-5366-A9AEDDD92B31}"/>
              </a:ext>
            </a:extLst>
          </p:cNvPr>
          <p:cNvSpPr txBox="1"/>
          <p:nvPr/>
        </p:nvSpPr>
        <p:spPr>
          <a:xfrm>
            <a:off x="9377438" y="2700767"/>
            <a:ext cx="9364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a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접점 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(NO, PB)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769124-65DC-1C21-45E4-2FDD62E060A3}"/>
              </a:ext>
            </a:extLst>
          </p:cNvPr>
          <p:cNvSpPr txBox="1"/>
          <p:nvPr/>
        </p:nvSpPr>
        <p:spPr>
          <a:xfrm>
            <a:off x="10385319" y="2700767"/>
            <a:ext cx="9444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b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접점 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(NO, PB)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50189AD1-2176-2E02-9426-BFF0D82D6812}"/>
              </a:ext>
            </a:extLst>
          </p:cNvPr>
          <p:cNvGrpSpPr/>
          <p:nvPr/>
        </p:nvGrpSpPr>
        <p:grpSpPr>
          <a:xfrm rot="16200000">
            <a:off x="10848432" y="3474159"/>
            <a:ext cx="99363" cy="596755"/>
            <a:chOff x="9713995" y="2246876"/>
            <a:chExt cx="63667" cy="382370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8C87FC6A-73C5-2BE2-0674-43071A35DDFA}"/>
                </a:ext>
              </a:extLst>
            </p:cNvPr>
            <p:cNvGrpSpPr/>
            <p:nvPr/>
          </p:nvGrpSpPr>
          <p:grpSpPr>
            <a:xfrm>
              <a:off x="9720179" y="2246876"/>
              <a:ext cx="57483" cy="136496"/>
              <a:chOff x="10074074" y="2259551"/>
              <a:chExt cx="57483" cy="136496"/>
            </a:xfrm>
          </p:grpSpPr>
          <p:sp>
            <p:nvSpPr>
              <p:cNvPr id="56" name="타원 55">
                <a:extLst>
                  <a:ext uri="{FF2B5EF4-FFF2-40B4-BE49-F238E27FC236}">
                    <a16:creationId xmlns:a16="http://schemas.microsoft.com/office/drawing/2014/main" id="{D6A73507-B1A0-3766-661C-EE6E66B4B542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012D5F60-4892-8224-7185-698E84CBF1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955873A3-C9E3-F2FE-3BF3-7CA810D1F6E2}"/>
                </a:ext>
              </a:extLst>
            </p:cNvPr>
            <p:cNvGrpSpPr/>
            <p:nvPr/>
          </p:nvGrpSpPr>
          <p:grpSpPr>
            <a:xfrm flipV="1">
              <a:off x="9720179" y="2492750"/>
              <a:ext cx="57483" cy="136496"/>
              <a:chOff x="10074074" y="2259551"/>
              <a:chExt cx="57483" cy="136496"/>
            </a:xfrm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32BCF11D-1D5D-07FF-DF21-4DB35D9F5D20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D01E9B9C-1786-88B5-0F11-8078A181BA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445CA043-52D3-0F1C-794A-20CD3B4B28A0}"/>
                </a:ext>
              </a:extLst>
            </p:cNvPr>
            <p:cNvCxnSpPr>
              <a:cxnSpLocks/>
            </p:cNvCxnSpPr>
            <p:nvPr/>
          </p:nvCxnSpPr>
          <p:spPr>
            <a:xfrm>
              <a:off x="9713995" y="2335463"/>
              <a:ext cx="0" cy="208751"/>
            </a:xfrm>
            <a:prstGeom prst="lin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7BD9F69F-C041-0A9F-FF26-DE8F00E862E1}"/>
              </a:ext>
            </a:extLst>
          </p:cNvPr>
          <p:cNvGrpSpPr/>
          <p:nvPr/>
        </p:nvGrpSpPr>
        <p:grpSpPr>
          <a:xfrm rot="16200000">
            <a:off x="9803416" y="3523810"/>
            <a:ext cx="142884" cy="596755"/>
            <a:chOff x="9720179" y="2246876"/>
            <a:chExt cx="91554" cy="382370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1C4B4C47-BDD0-3FC6-9D6F-3E59AE30A43E}"/>
                </a:ext>
              </a:extLst>
            </p:cNvPr>
            <p:cNvGrpSpPr/>
            <p:nvPr/>
          </p:nvGrpSpPr>
          <p:grpSpPr>
            <a:xfrm>
              <a:off x="9720179" y="2246876"/>
              <a:ext cx="57483" cy="136496"/>
              <a:chOff x="10074074" y="2259551"/>
              <a:chExt cx="57483" cy="136496"/>
            </a:xfrm>
          </p:grpSpPr>
          <p:sp>
            <p:nvSpPr>
              <p:cNvPr id="1795" name="타원 1794">
                <a:extLst>
                  <a:ext uri="{FF2B5EF4-FFF2-40B4-BE49-F238E27FC236}">
                    <a16:creationId xmlns:a16="http://schemas.microsoft.com/office/drawing/2014/main" id="{777FF850-DF9C-8E9B-43D8-0AB50445B184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796" name="직선 연결선 1795">
                <a:extLst>
                  <a:ext uri="{FF2B5EF4-FFF2-40B4-BE49-F238E27FC236}">
                    <a16:creationId xmlns:a16="http://schemas.microsoft.com/office/drawing/2014/main" id="{39E1471A-A72F-B9A3-C9D3-E77156B799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21E55E1A-C93A-09DA-790E-BB16289CAC5D}"/>
                </a:ext>
              </a:extLst>
            </p:cNvPr>
            <p:cNvGrpSpPr/>
            <p:nvPr/>
          </p:nvGrpSpPr>
          <p:grpSpPr>
            <a:xfrm flipV="1">
              <a:off x="9720179" y="2492750"/>
              <a:ext cx="57483" cy="136496"/>
              <a:chOff x="10074074" y="2259551"/>
              <a:chExt cx="57483" cy="136496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D6B7BD4A-465B-C10D-C36F-97DFC1106348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794" name="직선 연결선 1793">
                <a:extLst>
                  <a:ext uri="{FF2B5EF4-FFF2-40B4-BE49-F238E27FC236}">
                    <a16:creationId xmlns:a16="http://schemas.microsoft.com/office/drawing/2014/main" id="{BC9A2C4D-9756-C545-9E54-0969D653B9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D8681B37-2970-F3D4-527E-3B3371115F8C}"/>
                </a:ext>
              </a:extLst>
            </p:cNvPr>
            <p:cNvCxnSpPr>
              <a:cxnSpLocks/>
            </p:cNvCxnSpPr>
            <p:nvPr/>
          </p:nvCxnSpPr>
          <p:spPr>
            <a:xfrm>
              <a:off x="9811733" y="2335463"/>
              <a:ext cx="0" cy="208751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97" name="TextBox 1796">
            <a:extLst>
              <a:ext uri="{FF2B5EF4-FFF2-40B4-BE49-F238E27FC236}">
                <a16:creationId xmlns:a16="http://schemas.microsoft.com/office/drawing/2014/main" id="{0AFBF422-8DCC-D483-EE31-FD862FF67BB8}"/>
              </a:ext>
            </a:extLst>
          </p:cNvPr>
          <p:cNvSpPr txBox="1"/>
          <p:nvPr/>
        </p:nvSpPr>
        <p:spPr>
          <a:xfrm>
            <a:off x="9242591" y="3385712"/>
            <a:ext cx="11095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a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접점 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타이머 순시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798" name="TextBox 1797">
            <a:extLst>
              <a:ext uri="{FF2B5EF4-FFF2-40B4-BE49-F238E27FC236}">
                <a16:creationId xmlns:a16="http://schemas.microsoft.com/office/drawing/2014/main" id="{810FA76A-88CB-CA0F-8A18-00C22AF7ACF2}"/>
              </a:ext>
            </a:extLst>
          </p:cNvPr>
          <p:cNvSpPr txBox="1"/>
          <p:nvPr/>
        </p:nvSpPr>
        <p:spPr>
          <a:xfrm>
            <a:off x="10367101" y="3385712"/>
            <a:ext cx="13484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b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접점 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(NO,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타이머 순시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pSp>
        <p:nvGrpSpPr>
          <p:cNvPr id="1799" name="그룹 1798">
            <a:extLst>
              <a:ext uri="{FF2B5EF4-FFF2-40B4-BE49-F238E27FC236}">
                <a16:creationId xmlns:a16="http://schemas.microsoft.com/office/drawing/2014/main" id="{1DC623FB-DAC3-EFCB-7D49-D1DC52921829}"/>
              </a:ext>
            </a:extLst>
          </p:cNvPr>
          <p:cNvGrpSpPr/>
          <p:nvPr/>
        </p:nvGrpSpPr>
        <p:grpSpPr>
          <a:xfrm rot="16200000">
            <a:off x="10848432" y="4214871"/>
            <a:ext cx="99363" cy="596755"/>
            <a:chOff x="9713995" y="2246876"/>
            <a:chExt cx="63667" cy="382370"/>
          </a:xfrm>
        </p:grpSpPr>
        <p:grpSp>
          <p:nvGrpSpPr>
            <p:cNvPr id="1800" name="그룹 1799">
              <a:extLst>
                <a:ext uri="{FF2B5EF4-FFF2-40B4-BE49-F238E27FC236}">
                  <a16:creationId xmlns:a16="http://schemas.microsoft.com/office/drawing/2014/main" id="{6863B4CC-8A81-77CF-4FD6-0F2D5B8A414A}"/>
                </a:ext>
              </a:extLst>
            </p:cNvPr>
            <p:cNvGrpSpPr/>
            <p:nvPr/>
          </p:nvGrpSpPr>
          <p:grpSpPr>
            <a:xfrm>
              <a:off x="9720179" y="2246876"/>
              <a:ext cx="57483" cy="136496"/>
              <a:chOff x="10074074" y="2259551"/>
              <a:chExt cx="57483" cy="136496"/>
            </a:xfrm>
          </p:grpSpPr>
          <p:sp>
            <p:nvSpPr>
              <p:cNvPr id="1805" name="타원 1804">
                <a:extLst>
                  <a:ext uri="{FF2B5EF4-FFF2-40B4-BE49-F238E27FC236}">
                    <a16:creationId xmlns:a16="http://schemas.microsoft.com/office/drawing/2014/main" id="{AEFE8C5B-3E9E-8060-2872-56F6F376C70C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06" name="직선 연결선 1805">
                <a:extLst>
                  <a:ext uri="{FF2B5EF4-FFF2-40B4-BE49-F238E27FC236}">
                    <a16:creationId xmlns:a16="http://schemas.microsoft.com/office/drawing/2014/main" id="{2B8B5262-E1BC-56E7-A655-75DDB7171E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801" name="그룹 1800">
              <a:extLst>
                <a:ext uri="{FF2B5EF4-FFF2-40B4-BE49-F238E27FC236}">
                  <a16:creationId xmlns:a16="http://schemas.microsoft.com/office/drawing/2014/main" id="{C13F3EC0-DBAC-37E6-6FA2-A176E01EC763}"/>
                </a:ext>
              </a:extLst>
            </p:cNvPr>
            <p:cNvGrpSpPr/>
            <p:nvPr/>
          </p:nvGrpSpPr>
          <p:grpSpPr>
            <a:xfrm flipV="1">
              <a:off x="9720179" y="2492750"/>
              <a:ext cx="57483" cy="136496"/>
              <a:chOff x="10074074" y="2259551"/>
              <a:chExt cx="57483" cy="136496"/>
            </a:xfrm>
          </p:grpSpPr>
          <p:sp>
            <p:nvSpPr>
              <p:cNvPr id="1803" name="타원 1802">
                <a:extLst>
                  <a:ext uri="{FF2B5EF4-FFF2-40B4-BE49-F238E27FC236}">
                    <a16:creationId xmlns:a16="http://schemas.microsoft.com/office/drawing/2014/main" id="{9CC4CA1A-F6B6-91B1-16DA-56CDBBD8DB91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04" name="직선 연결선 1803">
                <a:extLst>
                  <a:ext uri="{FF2B5EF4-FFF2-40B4-BE49-F238E27FC236}">
                    <a16:creationId xmlns:a16="http://schemas.microsoft.com/office/drawing/2014/main" id="{5FA7D288-38F9-064B-9204-197A391F17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802" name="직선 연결선 1801">
              <a:extLst>
                <a:ext uri="{FF2B5EF4-FFF2-40B4-BE49-F238E27FC236}">
                  <a16:creationId xmlns:a16="http://schemas.microsoft.com/office/drawing/2014/main" id="{47A785AB-5953-147C-9430-9543969FA07E}"/>
                </a:ext>
              </a:extLst>
            </p:cNvPr>
            <p:cNvCxnSpPr>
              <a:cxnSpLocks/>
            </p:cNvCxnSpPr>
            <p:nvPr/>
          </p:nvCxnSpPr>
          <p:spPr>
            <a:xfrm>
              <a:off x="9713995" y="2335463"/>
              <a:ext cx="0" cy="208751"/>
            </a:xfrm>
            <a:prstGeom prst="lin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808" name="그룹 1807">
            <a:extLst>
              <a:ext uri="{FF2B5EF4-FFF2-40B4-BE49-F238E27FC236}">
                <a16:creationId xmlns:a16="http://schemas.microsoft.com/office/drawing/2014/main" id="{5F18E566-158E-FA96-50E7-F0DAABE35024}"/>
              </a:ext>
            </a:extLst>
          </p:cNvPr>
          <p:cNvGrpSpPr/>
          <p:nvPr/>
        </p:nvGrpSpPr>
        <p:grpSpPr>
          <a:xfrm rot="16200000">
            <a:off x="9638138" y="4482937"/>
            <a:ext cx="89711" cy="213026"/>
            <a:chOff x="10074074" y="2259551"/>
            <a:chExt cx="57483" cy="136496"/>
          </a:xfrm>
        </p:grpSpPr>
        <p:sp>
          <p:nvSpPr>
            <p:cNvPr id="1814" name="타원 1813">
              <a:extLst>
                <a:ext uri="{FF2B5EF4-FFF2-40B4-BE49-F238E27FC236}">
                  <a16:creationId xmlns:a16="http://schemas.microsoft.com/office/drawing/2014/main" id="{F52CECC7-27BA-98E3-4E1F-AE5F35A009FE}"/>
                </a:ext>
              </a:extLst>
            </p:cNvPr>
            <p:cNvSpPr/>
            <p:nvPr/>
          </p:nvSpPr>
          <p:spPr>
            <a:xfrm>
              <a:off x="10074074" y="2338564"/>
              <a:ext cx="57483" cy="5748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815" name="직선 연결선 1814">
              <a:extLst>
                <a:ext uri="{FF2B5EF4-FFF2-40B4-BE49-F238E27FC236}">
                  <a16:creationId xmlns:a16="http://schemas.microsoft.com/office/drawing/2014/main" id="{B1438ECC-8031-C247-1378-B9A465AC4CD3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15" y="2259551"/>
              <a:ext cx="0" cy="7901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809" name="그룹 1808">
            <a:extLst>
              <a:ext uri="{FF2B5EF4-FFF2-40B4-BE49-F238E27FC236}">
                <a16:creationId xmlns:a16="http://schemas.microsoft.com/office/drawing/2014/main" id="{B1D5CF39-8000-9ABB-3774-3A8B4C885275}"/>
              </a:ext>
            </a:extLst>
          </p:cNvPr>
          <p:cNvGrpSpPr/>
          <p:nvPr/>
        </p:nvGrpSpPr>
        <p:grpSpPr>
          <a:xfrm rot="16200000" flipV="1">
            <a:off x="10021867" y="4482937"/>
            <a:ext cx="89711" cy="213026"/>
            <a:chOff x="10074074" y="2259551"/>
            <a:chExt cx="57483" cy="136496"/>
          </a:xfrm>
        </p:grpSpPr>
        <p:sp>
          <p:nvSpPr>
            <p:cNvPr id="1812" name="타원 1811">
              <a:extLst>
                <a:ext uri="{FF2B5EF4-FFF2-40B4-BE49-F238E27FC236}">
                  <a16:creationId xmlns:a16="http://schemas.microsoft.com/office/drawing/2014/main" id="{0DA94A3C-99BB-B523-61E8-169B5DA9552A}"/>
                </a:ext>
              </a:extLst>
            </p:cNvPr>
            <p:cNvSpPr/>
            <p:nvPr/>
          </p:nvSpPr>
          <p:spPr>
            <a:xfrm>
              <a:off x="10074074" y="2338564"/>
              <a:ext cx="57483" cy="5748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813" name="직선 연결선 1812">
              <a:extLst>
                <a:ext uri="{FF2B5EF4-FFF2-40B4-BE49-F238E27FC236}">
                  <a16:creationId xmlns:a16="http://schemas.microsoft.com/office/drawing/2014/main" id="{415C9537-4A24-1DAA-A81F-8E4165510403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15" y="2259551"/>
              <a:ext cx="0" cy="7901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810" name="직선 연결선 1809">
            <a:extLst>
              <a:ext uri="{FF2B5EF4-FFF2-40B4-BE49-F238E27FC236}">
                <a16:creationId xmlns:a16="http://schemas.microsoft.com/office/drawing/2014/main" id="{490A7B19-6265-9024-9CD5-5DEBBF62E703}"/>
              </a:ext>
            </a:extLst>
          </p:cNvPr>
          <p:cNvCxnSpPr>
            <a:cxnSpLocks/>
          </p:cNvCxnSpPr>
          <p:nvPr/>
        </p:nvCxnSpPr>
        <p:spPr>
          <a:xfrm rot="16200000">
            <a:off x="9877632" y="4328525"/>
            <a:ext cx="0" cy="325792"/>
          </a:xfrm>
          <a:prstGeom prst="lin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16" name="TextBox 1815">
            <a:extLst>
              <a:ext uri="{FF2B5EF4-FFF2-40B4-BE49-F238E27FC236}">
                <a16:creationId xmlns:a16="http://schemas.microsoft.com/office/drawing/2014/main" id="{A0A8F1A5-FB50-7DA2-9818-C8405F1616DF}"/>
              </a:ext>
            </a:extLst>
          </p:cNvPr>
          <p:cNvSpPr txBox="1"/>
          <p:nvPr/>
        </p:nvSpPr>
        <p:spPr>
          <a:xfrm>
            <a:off x="9251406" y="4126424"/>
            <a:ext cx="10919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a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접점 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타이머 한시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817" name="TextBox 1816">
            <a:extLst>
              <a:ext uri="{FF2B5EF4-FFF2-40B4-BE49-F238E27FC236}">
                <a16:creationId xmlns:a16="http://schemas.microsoft.com/office/drawing/2014/main" id="{D2FFB272-D8D0-61EE-E6A2-56EC5605EC8D}"/>
              </a:ext>
            </a:extLst>
          </p:cNvPr>
          <p:cNvSpPr txBox="1"/>
          <p:nvPr/>
        </p:nvSpPr>
        <p:spPr>
          <a:xfrm>
            <a:off x="10479310" y="4126424"/>
            <a:ext cx="1124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b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접점 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타이머 한시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818" name="이등변 삼각형 1817">
            <a:extLst>
              <a:ext uri="{FF2B5EF4-FFF2-40B4-BE49-F238E27FC236}">
                <a16:creationId xmlns:a16="http://schemas.microsoft.com/office/drawing/2014/main" id="{F55474AA-E46B-4197-5BCB-BB39E634A12D}"/>
              </a:ext>
            </a:extLst>
          </p:cNvPr>
          <p:cNvSpPr/>
          <p:nvPr/>
        </p:nvSpPr>
        <p:spPr>
          <a:xfrm>
            <a:off x="9825631" y="4401526"/>
            <a:ext cx="102713" cy="88546"/>
          </a:xfrm>
          <a:prstGeom prst="triangl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9" name="이등변 삼각형 1818">
            <a:extLst>
              <a:ext uri="{FF2B5EF4-FFF2-40B4-BE49-F238E27FC236}">
                <a16:creationId xmlns:a16="http://schemas.microsoft.com/office/drawing/2014/main" id="{07C38658-04A3-C4CD-11A6-C75FBDF36B03}"/>
              </a:ext>
            </a:extLst>
          </p:cNvPr>
          <p:cNvSpPr/>
          <p:nvPr/>
        </p:nvSpPr>
        <p:spPr>
          <a:xfrm>
            <a:off x="10837468" y="4474384"/>
            <a:ext cx="102713" cy="88546"/>
          </a:xfrm>
          <a:prstGeom prst="triangl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20" name="그룹 1819">
            <a:extLst>
              <a:ext uri="{FF2B5EF4-FFF2-40B4-BE49-F238E27FC236}">
                <a16:creationId xmlns:a16="http://schemas.microsoft.com/office/drawing/2014/main" id="{819DCDA9-3323-9880-8BFA-51464DB1EBA1}"/>
              </a:ext>
            </a:extLst>
          </p:cNvPr>
          <p:cNvGrpSpPr/>
          <p:nvPr/>
        </p:nvGrpSpPr>
        <p:grpSpPr>
          <a:xfrm rot="16200000">
            <a:off x="10848432" y="5086728"/>
            <a:ext cx="99363" cy="596755"/>
            <a:chOff x="9713995" y="2246876"/>
            <a:chExt cx="63667" cy="382370"/>
          </a:xfrm>
        </p:grpSpPr>
        <p:grpSp>
          <p:nvGrpSpPr>
            <p:cNvPr id="1821" name="그룹 1820">
              <a:extLst>
                <a:ext uri="{FF2B5EF4-FFF2-40B4-BE49-F238E27FC236}">
                  <a16:creationId xmlns:a16="http://schemas.microsoft.com/office/drawing/2014/main" id="{7722D609-7F74-C9AE-0E8A-734BB52937E9}"/>
                </a:ext>
              </a:extLst>
            </p:cNvPr>
            <p:cNvGrpSpPr/>
            <p:nvPr/>
          </p:nvGrpSpPr>
          <p:grpSpPr>
            <a:xfrm>
              <a:off x="9720179" y="2246876"/>
              <a:ext cx="57483" cy="136496"/>
              <a:chOff x="10074074" y="2259551"/>
              <a:chExt cx="57483" cy="136496"/>
            </a:xfrm>
          </p:grpSpPr>
          <p:sp>
            <p:nvSpPr>
              <p:cNvPr id="1826" name="타원 1825">
                <a:extLst>
                  <a:ext uri="{FF2B5EF4-FFF2-40B4-BE49-F238E27FC236}">
                    <a16:creationId xmlns:a16="http://schemas.microsoft.com/office/drawing/2014/main" id="{1A8895E5-22EE-CDC9-6CBA-D0FBD0B5DB88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27" name="직선 연결선 1826">
                <a:extLst>
                  <a:ext uri="{FF2B5EF4-FFF2-40B4-BE49-F238E27FC236}">
                    <a16:creationId xmlns:a16="http://schemas.microsoft.com/office/drawing/2014/main" id="{FAF84FAF-D23C-7691-CE32-97CF22E55C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822" name="그룹 1821">
              <a:extLst>
                <a:ext uri="{FF2B5EF4-FFF2-40B4-BE49-F238E27FC236}">
                  <a16:creationId xmlns:a16="http://schemas.microsoft.com/office/drawing/2014/main" id="{307F6DDC-CE7F-6A43-32FB-EE552DF27F89}"/>
                </a:ext>
              </a:extLst>
            </p:cNvPr>
            <p:cNvGrpSpPr/>
            <p:nvPr/>
          </p:nvGrpSpPr>
          <p:grpSpPr>
            <a:xfrm flipV="1">
              <a:off x="9720179" y="2492750"/>
              <a:ext cx="57483" cy="136496"/>
              <a:chOff x="10074074" y="2259551"/>
              <a:chExt cx="57483" cy="136496"/>
            </a:xfrm>
          </p:grpSpPr>
          <p:sp>
            <p:nvSpPr>
              <p:cNvPr id="1824" name="타원 1823">
                <a:extLst>
                  <a:ext uri="{FF2B5EF4-FFF2-40B4-BE49-F238E27FC236}">
                    <a16:creationId xmlns:a16="http://schemas.microsoft.com/office/drawing/2014/main" id="{5D7A9FE7-5261-B204-9273-DD23FE7C9A73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25" name="직선 연결선 1824">
                <a:extLst>
                  <a:ext uri="{FF2B5EF4-FFF2-40B4-BE49-F238E27FC236}">
                    <a16:creationId xmlns:a16="http://schemas.microsoft.com/office/drawing/2014/main" id="{3F448845-C997-3504-3D01-CE6F446C26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823" name="직선 연결선 1822">
              <a:extLst>
                <a:ext uri="{FF2B5EF4-FFF2-40B4-BE49-F238E27FC236}">
                  <a16:creationId xmlns:a16="http://schemas.microsoft.com/office/drawing/2014/main" id="{22F724A9-E3B8-2AFA-D346-EE3E64882E85}"/>
                </a:ext>
              </a:extLst>
            </p:cNvPr>
            <p:cNvCxnSpPr>
              <a:cxnSpLocks/>
            </p:cNvCxnSpPr>
            <p:nvPr/>
          </p:nvCxnSpPr>
          <p:spPr>
            <a:xfrm>
              <a:off x="9713995" y="2335463"/>
              <a:ext cx="0" cy="208751"/>
            </a:xfrm>
            <a:prstGeom prst="lin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828" name="그룹 1827">
            <a:extLst>
              <a:ext uri="{FF2B5EF4-FFF2-40B4-BE49-F238E27FC236}">
                <a16:creationId xmlns:a16="http://schemas.microsoft.com/office/drawing/2014/main" id="{646645D9-C541-536E-9AB3-5F9262CAE728}"/>
              </a:ext>
            </a:extLst>
          </p:cNvPr>
          <p:cNvGrpSpPr/>
          <p:nvPr/>
        </p:nvGrpSpPr>
        <p:grpSpPr>
          <a:xfrm rot="16200000">
            <a:off x="9638138" y="5354794"/>
            <a:ext cx="89711" cy="213026"/>
            <a:chOff x="10074074" y="2259551"/>
            <a:chExt cx="57483" cy="136496"/>
          </a:xfrm>
        </p:grpSpPr>
        <p:sp>
          <p:nvSpPr>
            <p:cNvPr id="1829" name="타원 1828">
              <a:extLst>
                <a:ext uri="{FF2B5EF4-FFF2-40B4-BE49-F238E27FC236}">
                  <a16:creationId xmlns:a16="http://schemas.microsoft.com/office/drawing/2014/main" id="{95394329-35DD-70E1-E449-BBE59D4AE027}"/>
                </a:ext>
              </a:extLst>
            </p:cNvPr>
            <p:cNvSpPr/>
            <p:nvPr/>
          </p:nvSpPr>
          <p:spPr>
            <a:xfrm>
              <a:off x="10074074" y="2338564"/>
              <a:ext cx="57483" cy="5748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830" name="직선 연결선 1829">
              <a:extLst>
                <a:ext uri="{FF2B5EF4-FFF2-40B4-BE49-F238E27FC236}">
                  <a16:creationId xmlns:a16="http://schemas.microsoft.com/office/drawing/2014/main" id="{4AA46D2E-4B6B-CC72-63D5-AB77F650595D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15" y="2259551"/>
              <a:ext cx="0" cy="7901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831" name="그룹 1830">
            <a:extLst>
              <a:ext uri="{FF2B5EF4-FFF2-40B4-BE49-F238E27FC236}">
                <a16:creationId xmlns:a16="http://schemas.microsoft.com/office/drawing/2014/main" id="{D9EF3C69-7881-75F4-7800-D64053F0E230}"/>
              </a:ext>
            </a:extLst>
          </p:cNvPr>
          <p:cNvGrpSpPr/>
          <p:nvPr/>
        </p:nvGrpSpPr>
        <p:grpSpPr>
          <a:xfrm rot="16200000" flipV="1">
            <a:off x="10021867" y="5354794"/>
            <a:ext cx="89711" cy="213026"/>
            <a:chOff x="10074074" y="2259551"/>
            <a:chExt cx="57483" cy="136496"/>
          </a:xfrm>
        </p:grpSpPr>
        <p:sp>
          <p:nvSpPr>
            <p:cNvPr id="1832" name="타원 1831">
              <a:extLst>
                <a:ext uri="{FF2B5EF4-FFF2-40B4-BE49-F238E27FC236}">
                  <a16:creationId xmlns:a16="http://schemas.microsoft.com/office/drawing/2014/main" id="{91E3653E-FCC8-A128-8EA9-01AD63D85123}"/>
                </a:ext>
              </a:extLst>
            </p:cNvPr>
            <p:cNvSpPr/>
            <p:nvPr/>
          </p:nvSpPr>
          <p:spPr>
            <a:xfrm>
              <a:off x="10074074" y="2338564"/>
              <a:ext cx="57483" cy="5748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836" name="직선 연결선 1835">
              <a:extLst>
                <a:ext uri="{FF2B5EF4-FFF2-40B4-BE49-F238E27FC236}">
                  <a16:creationId xmlns:a16="http://schemas.microsoft.com/office/drawing/2014/main" id="{78DF2957-7544-7E43-537E-6596DA889E1C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15" y="2259551"/>
              <a:ext cx="0" cy="7901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850" name="직선 연결선 1849">
            <a:extLst>
              <a:ext uri="{FF2B5EF4-FFF2-40B4-BE49-F238E27FC236}">
                <a16:creationId xmlns:a16="http://schemas.microsoft.com/office/drawing/2014/main" id="{6D75D743-FEDF-E0CD-7E07-4DAC709E3115}"/>
              </a:ext>
            </a:extLst>
          </p:cNvPr>
          <p:cNvCxnSpPr>
            <a:cxnSpLocks/>
          </p:cNvCxnSpPr>
          <p:nvPr/>
        </p:nvCxnSpPr>
        <p:spPr>
          <a:xfrm rot="16200000">
            <a:off x="9877632" y="5200382"/>
            <a:ext cx="0" cy="325792"/>
          </a:xfrm>
          <a:prstGeom prst="lin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55" name="TextBox 1854">
            <a:extLst>
              <a:ext uri="{FF2B5EF4-FFF2-40B4-BE49-F238E27FC236}">
                <a16:creationId xmlns:a16="http://schemas.microsoft.com/office/drawing/2014/main" id="{3CCDCBB9-1015-FF22-1E71-272FD8D3B780}"/>
              </a:ext>
            </a:extLst>
          </p:cNvPr>
          <p:cNvSpPr txBox="1"/>
          <p:nvPr/>
        </p:nvSpPr>
        <p:spPr>
          <a:xfrm>
            <a:off x="9490806" y="4998281"/>
            <a:ext cx="7088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a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접점 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(FR)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408" name="TextBox 1407">
            <a:extLst>
              <a:ext uri="{FF2B5EF4-FFF2-40B4-BE49-F238E27FC236}">
                <a16:creationId xmlns:a16="http://schemas.microsoft.com/office/drawing/2014/main" id="{F0BE2061-60E7-0EAE-AD3B-C1C73278BB0D}"/>
              </a:ext>
            </a:extLst>
          </p:cNvPr>
          <p:cNvSpPr txBox="1"/>
          <p:nvPr/>
        </p:nvSpPr>
        <p:spPr>
          <a:xfrm>
            <a:off x="10479310" y="4998281"/>
            <a:ext cx="7409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b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접점 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(FR)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410" name="이등변 삼각형 1409">
            <a:extLst>
              <a:ext uri="{FF2B5EF4-FFF2-40B4-BE49-F238E27FC236}">
                <a16:creationId xmlns:a16="http://schemas.microsoft.com/office/drawing/2014/main" id="{023E4748-039F-1C7A-8D36-61325ED7F076}"/>
              </a:ext>
            </a:extLst>
          </p:cNvPr>
          <p:cNvSpPr/>
          <p:nvPr/>
        </p:nvSpPr>
        <p:spPr>
          <a:xfrm flipV="1">
            <a:off x="9825631" y="5363220"/>
            <a:ext cx="102713" cy="88546"/>
          </a:xfrm>
          <a:prstGeom prst="triangl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4" name="이등변 삼각형 1423">
            <a:extLst>
              <a:ext uri="{FF2B5EF4-FFF2-40B4-BE49-F238E27FC236}">
                <a16:creationId xmlns:a16="http://schemas.microsoft.com/office/drawing/2014/main" id="{3D3FF3D1-A206-E141-251F-6DD5ED9CA47E}"/>
              </a:ext>
            </a:extLst>
          </p:cNvPr>
          <p:cNvSpPr/>
          <p:nvPr/>
        </p:nvSpPr>
        <p:spPr>
          <a:xfrm>
            <a:off x="10837468" y="5346241"/>
            <a:ext cx="102713" cy="88546"/>
          </a:xfrm>
          <a:prstGeom prst="triangl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5" name="이등변 삼각형 1424">
            <a:extLst>
              <a:ext uri="{FF2B5EF4-FFF2-40B4-BE49-F238E27FC236}">
                <a16:creationId xmlns:a16="http://schemas.microsoft.com/office/drawing/2014/main" id="{E3953F89-42EA-1E70-63A6-8BA3D3455C89}"/>
              </a:ext>
            </a:extLst>
          </p:cNvPr>
          <p:cNvSpPr/>
          <p:nvPr/>
        </p:nvSpPr>
        <p:spPr>
          <a:xfrm flipV="1">
            <a:off x="10837468" y="5436159"/>
            <a:ext cx="102713" cy="88546"/>
          </a:xfrm>
          <a:prstGeom prst="triangl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1" name="이등변 삼각형 1430">
            <a:extLst>
              <a:ext uri="{FF2B5EF4-FFF2-40B4-BE49-F238E27FC236}">
                <a16:creationId xmlns:a16="http://schemas.microsoft.com/office/drawing/2014/main" id="{11D34A05-66B2-8076-999D-8EF2953C8D2F}"/>
              </a:ext>
            </a:extLst>
          </p:cNvPr>
          <p:cNvSpPr/>
          <p:nvPr/>
        </p:nvSpPr>
        <p:spPr>
          <a:xfrm>
            <a:off x="9825631" y="5274732"/>
            <a:ext cx="102713" cy="88546"/>
          </a:xfrm>
          <a:prstGeom prst="triangl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32" name="그룹 1431">
            <a:extLst>
              <a:ext uri="{FF2B5EF4-FFF2-40B4-BE49-F238E27FC236}">
                <a16:creationId xmlns:a16="http://schemas.microsoft.com/office/drawing/2014/main" id="{ECC15B78-7206-CF12-6664-8DD6A370D8F5}"/>
              </a:ext>
            </a:extLst>
          </p:cNvPr>
          <p:cNvGrpSpPr/>
          <p:nvPr/>
        </p:nvGrpSpPr>
        <p:grpSpPr>
          <a:xfrm rot="16200000">
            <a:off x="10853258" y="5801652"/>
            <a:ext cx="89712" cy="596755"/>
            <a:chOff x="9720179" y="2246876"/>
            <a:chExt cx="57483" cy="382370"/>
          </a:xfrm>
        </p:grpSpPr>
        <p:grpSp>
          <p:nvGrpSpPr>
            <p:cNvPr id="1444" name="그룹 1443">
              <a:extLst>
                <a:ext uri="{FF2B5EF4-FFF2-40B4-BE49-F238E27FC236}">
                  <a16:creationId xmlns:a16="http://schemas.microsoft.com/office/drawing/2014/main" id="{608B1FF9-FD18-0671-01AD-FA39CE566542}"/>
                </a:ext>
              </a:extLst>
            </p:cNvPr>
            <p:cNvGrpSpPr/>
            <p:nvPr/>
          </p:nvGrpSpPr>
          <p:grpSpPr>
            <a:xfrm>
              <a:off x="9720179" y="2246876"/>
              <a:ext cx="57483" cy="136496"/>
              <a:chOff x="10074074" y="2259551"/>
              <a:chExt cx="57483" cy="136496"/>
            </a:xfrm>
          </p:grpSpPr>
          <p:sp>
            <p:nvSpPr>
              <p:cNvPr id="1461" name="타원 1460">
                <a:extLst>
                  <a:ext uri="{FF2B5EF4-FFF2-40B4-BE49-F238E27FC236}">
                    <a16:creationId xmlns:a16="http://schemas.microsoft.com/office/drawing/2014/main" id="{0A153D8F-B6C3-61B7-A747-52760181F097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463" name="직선 연결선 1462">
                <a:extLst>
                  <a:ext uri="{FF2B5EF4-FFF2-40B4-BE49-F238E27FC236}">
                    <a16:creationId xmlns:a16="http://schemas.microsoft.com/office/drawing/2014/main" id="{01A89C58-E25C-CAF3-9451-E7A4621E7D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50" name="그룹 1449">
              <a:extLst>
                <a:ext uri="{FF2B5EF4-FFF2-40B4-BE49-F238E27FC236}">
                  <a16:creationId xmlns:a16="http://schemas.microsoft.com/office/drawing/2014/main" id="{5A7B7E5A-2D8F-19E3-BB3B-5AA255429876}"/>
                </a:ext>
              </a:extLst>
            </p:cNvPr>
            <p:cNvGrpSpPr/>
            <p:nvPr/>
          </p:nvGrpSpPr>
          <p:grpSpPr>
            <a:xfrm flipV="1">
              <a:off x="9720179" y="2492750"/>
              <a:ext cx="57483" cy="136496"/>
              <a:chOff x="10074074" y="2259551"/>
              <a:chExt cx="57483" cy="136496"/>
            </a:xfrm>
          </p:grpSpPr>
          <p:sp>
            <p:nvSpPr>
              <p:cNvPr id="1453" name="타원 1452">
                <a:extLst>
                  <a:ext uri="{FF2B5EF4-FFF2-40B4-BE49-F238E27FC236}">
                    <a16:creationId xmlns:a16="http://schemas.microsoft.com/office/drawing/2014/main" id="{9B69BDC9-5D16-0BAE-3F38-60C57F844B48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458" name="직선 연결선 1457">
                <a:extLst>
                  <a:ext uri="{FF2B5EF4-FFF2-40B4-BE49-F238E27FC236}">
                    <a16:creationId xmlns:a16="http://schemas.microsoft.com/office/drawing/2014/main" id="{FA184BF2-E96B-99DC-9742-8276972FF9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465" name="그룹 1464">
            <a:extLst>
              <a:ext uri="{FF2B5EF4-FFF2-40B4-BE49-F238E27FC236}">
                <a16:creationId xmlns:a16="http://schemas.microsoft.com/office/drawing/2014/main" id="{1D9F394E-8AF8-D4C7-9E01-E045EC927D14}"/>
              </a:ext>
            </a:extLst>
          </p:cNvPr>
          <p:cNvGrpSpPr/>
          <p:nvPr/>
        </p:nvGrpSpPr>
        <p:grpSpPr>
          <a:xfrm rot="16200000">
            <a:off x="9638138" y="6074572"/>
            <a:ext cx="89711" cy="213026"/>
            <a:chOff x="10074074" y="2259551"/>
            <a:chExt cx="57483" cy="136496"/>
          </a:xfrm>
        </p:grpSpPr>
        <p:sp>
          <p:nvSpPr>
            <p:cNvPr id="1466" name="타원 1465">
              <a:extLst>
                <a:ext uri="{FF2B5EF4-FFF2-40B4-BE49-F238E27FC236}">
                  <a16:creationId xmlns:a16="http://schemas.microsoft.com/office/drawing/2014/main" id="{A2695E15-E1B1-1980-57DB-70ECCB851A7E}"/>
                </a:ext>
              </a:extLst>
            </p:cNvPr>
            <p:cNvSpPr/>
            <p:nvPr/>
          </p:nvSpPr>
          <p:spPr>
            <a:xfrm>
              <a:off x="10074074" y="2338564"/>
              <a:ext cx="57483" cy="5748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467" name="직선 연결선 1466">
              <a:extLst>
                <a:ext uri="{FF2B5EF4-FFF2-40B4-BE49-F238E27FC236}">
                  <a16:creationId xmlns:a16="http://schemas.microsoft.com/office/drawing/2014/main" id="{3D7917C8-3412-BF77-7166-C0AA36D3E623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15" y="2259551"/>
              <a:ext cx="0" cy="7901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469" name="그룹 1468">
            <a:extLst>
              <a:ext uri="{FF2B5EF4-FFF2-40B4-BE49-F238E27FC236}">
                <a16:creationId xmlns:a16="http://schemas.microsoft.com/office/drawing/2014/main" id="{BBA74807-4A73-73F5-DA3D-26B639D1357A}"/>
              </a:ext>
            </a:extLst>
          </p:cNvPr>
          <p:cNvGrpSpPr/>
          <p:nvPr/>
        </p:nvGrpSpPr>
        <p:grpSpPr>
          <a:xfrm rot="16200000" flipV="1">
            <a:off x="10021867" y="6074572"/>
            <a:ext cx="89711" cy="213026"/>
            <a:chOff x="10074074" y="2259551"/>
            <a:chExt cx="57483" cy="136496"/>
          </a:xfrm>
        </p:grpSpPr>
        <p:sp>
          <p:nvSpPr>
            <p:cNvPr id="1471" name="타원 1470">
              <a:extLst>
                <a:ext uri="{FF2B5EF4-FFF2-40B4-BE49-F238E27FC236}">
                  <a16:creationId xmlns:a16="http://schemas.microsoft.com/office/drawing/2014/main" id="{0144AA2B-3AB0-6BD7-C7CA-4747FF9C5F6E}"/>
                </a:ext>
              </a:extLst>
            </p:cNvPr>
            <p:cNvSpPr/>
            <p:nvPr/>
          </p:nvSpPr>
          <p:spPr>
            <a:xfrm>
              <a:off x="10074074" y="2338564"/>
              <a:ext cx="57483" cy="5748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856" name="직선 연결선 1855">
              <a:extLst>
                <a:ext uri="{FF2B5EF4-FFF2-40B4-BE49-F238E27FC236}">
                  <a16:creationId xmlns:a16="http://schemas.microsoft.com/office/drawing/2014/main" id="{C06B4327-58E8-A64B-E8B3-828081C4EB1E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15" y="2259551"/>
              <a:ext cx="0" cy="7901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871" name="TextBox 1870">
            <a:extLst>
              <a:ext uri="{FF2B5EF4-FFF2-40B4-BE49-F238E27FC236}">
                <a16:creationId xmlns:a16="http://schemas.microsoft.com/office/drawing/2014/main" id="{A8C1D88E-6188-323E-DD85-47877B068196}"/>
              </a:ext>
            </a:extLst>
          </p:cNvPr>
          <p:cNvSpPr txBox="1"/>
          <p:nvPr/>
        </p:nvSpPr>
        <p:spPr>
          <a:xfrm>
            <a:off x="9496416" y="5718059"/>
            <a:ext cx="6976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a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접점 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(LS)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875" name="TextBox 1874">
            <a:extLst>
              <a:ext uri="{FF2B5EF4-FFF2-40B4-BE49-F238E27FC236}">
                <a16:creationId xmlns:a16="http://schemas.microsoft.com/office/drawing/2014/main" id="{732D772E-AC7D-09D6-D7B7-A7D980657B6E}"/>
              </a:ext>
            </a:extLst>
          </p:cNvPr>
          <p:cNvSpPr txBox="1"/>
          <p:nvPr/>
        </p:nvSpPr>
        <p:spPr>
          <a:xfrm>
            <a:off x="10484920" y="5718059"/>
            <a:ext cx="7296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b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접점 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(LS)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920" name="직사각형 1919">
            <a:extLst>
              <a:ext uri="{FF2B5EF4-FFF2-40B4-BE49-F238E27FC236}">
                <a16:creationId xmlns:a16="http://schemas.microsoft.com/office/drawing/2014/main" id="{EEAFC872-A9FF-47C6-53DE-CEE3B5E30F12}"/>
              </a:ext>
            </a:extLst>
          </p:cNvPr>
          <p:cNvSpPr/>
          <p:nvPr/>
        </p:nvSpPr>
        <p:spPr>
          <a:xfrm>
            <a:off x="9714736" y="6022444"/>
            <a:ext cx="325792" cy="6407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21" name="직사각형 1920">
            <a:extLst>
              <a:ext uri="{FF2B5EF4-FFF2-40B4-BE49-F238E27FC236}">
                <a16:creationId xmlns:a16="http://schemas.microsoft.com/office/drawing/2014/main" id="{4A6F48AD-0624-5035-AC31-D0A2547D9147}"/>
              </a:ext>
            </a:extLst>
          </p:cNvPr>
          <p:cNvSpPr/>
          <p:nvPr/>
        </p:nvSpPr>
        <p:spPr>
          <a:xfrm>
            <a:off x="10735143" y="6149648"/>
            <a:ext cx="325792" cy="6407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40" name="직선 연결선 1939">
            <a:extLst>
              <a:ext uri="{FF2B5EF4-FFF2-40B4-BE49-F238E27FC236}">
                <a16:creationId xmlns:a16="http://schemas.microsoft.com/office/drawing/2014/main" id="{12CBACFA-7999-1872-0207-331DAAF1EA91}"/>
              </a:ext>
            </a:extLst>
          </p:cNvPr>
          <p:cNvCxnSpPr>
            <a:cxnSpLocks/>
          </p:cNvCxnSpPr>
          <p:nvPr/>
        </p:nvCxnSpPr>
        <p:spPr>
          <a:xfrm flipH="1">
            <a:off x="9149043" y="3974104"/>
            <a:ext cx="26310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" name="직선 연결선 1940">
            <a:extLst>
              <a:ext uri="{FF2B5EF4-FFF2-40B4-BE49-F238E27FC236}">
                <a16:creationId xmlns:a16="http://schemas.microsoft.com/office/drawing/2014/main" id="{3A963216-2A8F-3B55-F9F0-CB507688D7B5}"/>
              </a:ext>
            </a:extLst>
          </p:cNvPr>
          <p:cNvCxnSpPr>
            <a:cxnSpLocks/>
          </p:cNvCxnSpPr>
          <p:nvPr/>
        </p:nvCxnSpPr>
        <p:spPr>
          <a:xfrm flipH="1">
            <a:off x="9149043" y="4832456"/>
            <a:ext cx="26310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2" name="직선 연결선 1941">
            <a:extLst>
              <a:ext uri="{FF2B5EF4-FFF2-40B4-BE49-F238E27FC236}">
                <a16:creationId xmlns:a16="http://schemas.microsoft.com/office/drawing/2014/main" id="{3698433C-2DF0-B190-B501-DB29B2121977}"/>
              </a:ext>
            </a:extLst>
          </p:cNvPr>
          <p:cNvCxnSpPr>
            <a:cxnSpLocks/>
          </p:cNvCxnSpPr>
          <p:nvPr/>
        </p:nvCxnSpPr>
        <p:spPr>
          <a:xfrm flipH="1">
            <a:off x="9149043" y="5600806"/>
            <a:ext cx="26310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3" name="직선 연결선 1942">
            <a:extLst>
              <a:ext uri="{FF2B5EF4-FFF2-40B4-BE49-F238E27FC236}">
                <a16:creationId xmlns:a16="http://schemas.microsoft.com/office/drawing/2014/main" id="{444BD36E-D1FB-0ED4-96C5-2B236150144E}"/>
              </a:ext>
            </a:extLst>
          </p:cNvPr>
          <p:cNvCxnSpPr>
            <a:cxnSpLocks/>
          </p:cNvCxnSpPr>
          <p:nvPr/>
        </p:nvCxnSpPr>
        <p:spPr>
          <a:xfrm flipH="1">
            <a:off x="9149043" y="6384029"/>
            <a:ext cx="26310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7" name="TextBox 1946">
            <a:extLst>
              <a:ext uri="{FF2B5EF4-FFF2-40B4-BE49-F238E27FC236}">
                <a16:creationId xmlns:a16="http://schemas.microsoft.com/office/drawing/2014/main" id="{41ED8A34-3E14-124A-282F-97C1F4B49E1C}"/>
              </a:ext>
            </a:extLst>
          </p:cNvPr>
          <p:cNvSpPr txBox="1"/>
          <p:nvPr/>
        </p:nvSpPr>
        <p:spPr>
          <a:xfrm>
            <a:off x="1512032" y="881480"/>
            <a:ext cx="12282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>
                <a:solidFill>
                  <a:srgbClr val="00B0F0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지하 </a:t>
            </a:r>
            <a:r>
              <a:rPr lang="en-US" altLang="ko-KR" sz="900">
                <a:solidFill>
                  <a:srgbClr val="00B0F0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</a:t>
            </a:r>
            <a:r>
              <a:rPr lang="ko-KR" altLang="en-US" sz="900">
                <a:solidFill>
                  <a:srgbClr val="00B0F0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저수조</a:t>
            </a:r>
            <a:r>
              <a:rPr lang="en-US" altLang="ko-KR" sz="900">
                <a:solidFill>
                  <a:srgbClr val="00B0F0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) </a:t>
            </a:r>
            <a:r>
              <a:rPr lang="ko-KR" altLang="en-US" sz="900">
                <a:solidFill>
                  <a:srgbClr val="00B0F0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배수 관련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948" name="TextBox 1947">
            <a:extLst>
              <a:ext uri="{FF2B5EF4-FFF2-40B4-BE49-F238E27FC236}">
                <a16:creationId xmlns:a16="http://schemas.microsoft.com/office/drawing/2014/main" id="{73C32948-97C5-B8B8-0D99-BEF0EB20624D}"/>
              </a:ext>
            </a:extLst>
          </p:cNvPr>
          <p:cNvSpPr txBox="1"/>
          <p:nvPr/>
        </p:nvSpPr>
        <p:spPr>
          <a:xfrm>
            <a:off x="1494618" y="2271192"/>
            <a:ext cx="11512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>
                <a:solidFill>
                  <a:srgbClr val="00B0F0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옥상 물탱크 급수 관련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979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A1B91-0642-9934-C817-A7B7206B4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71AC88-EAE2-9330-8A93-C77D8674EB99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5BD06D-706E-9895-7DB3-7CE765C15835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4901DCB6-7170-7F35-E42F-10626C42CA97}"/>
              </a:ext>
            </a:extLst>
          </p:cNvPr>
          <p:cNvSpPr/>
          <p:nvPr/>
        </p:nvSpPr>
        <p:spPr>
          <a:xfrm>
            <a:off x="71292" y="0"/>
            <a:ext cx="60516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[PIN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넘버링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&amp; 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결선 원칙 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1/2]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3" name="Text 104">
            <a:extLst>
              <a:ext uri="{FF2B5EF4-FFF2-40B4-BE49-F238E27FC236}">
                <a16:creationId xmlns:a16="http://schemas.microsoft.com/office/drawing/2014/main" id="{670976E5-DCA2-D131-57CD-81EE9DF00AC7}"/>
              </a:ext>
            </a:extLst>
          </p:cNvPr>
          <p:cNvSpPr/>
          <p:nvPr/>
        </p:nvSpPr>
        <p:spPr>
          <a:xfrm>
            <a:off x="9845675" y="660196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D3E04D87-DE10-D0D5-D03A-AFCFC7365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477848"/>
              </p:ext>
            </p:extLst>
          </p:nvPr>
        </p:nvGraphicFramePr>
        <p:xfrm>
          <a:off x="169545" y="640782"/>
          <a:ext cx="6843438" cy="6080570"/>
        </p:xfrm>
        <a:graphic>
          <a:graphicData uri="http://schemas.openxmlformats.org/drawingml/2006/table">
            <a:tbl>
              <a:tblPr/>
              <a:tblGrid>
                <a:gridCol w="335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8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184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charset="0"/>
                        </a:rPr>
                        <a:t>PIN NO </a:t>
                      </a:r>
                      <a:r>
                        <a:rPr lang="ko-KR" altLang="en-US" sz="1050">
                          <a:solidFill>
                            <a:schemeClr val="bg1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charset="0"/>
                        </a:rPr>
                        <a:t>부여 </a:t>
                      </a:r>
                      <a:endParaRPr lang="en-US" sz="1050" dirty="0">
                        <a:solidFill>
                          <a:schemeClr val="bg1"/>
                        </a:solidFill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80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PILOT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 램프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(PL)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와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버져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(BZ)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-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한 개의 신호만 있으므로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1,2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혹은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+, -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로 표기함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방향 관계 없음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896616"/>
                  </a:ext>
                </a:extLst>
              </a:tr>
              <a:tr h="41404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PBS, SS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와 같은 스위치류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항상 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Normal Close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부터 넘버를 부여함 </a:t>
                      </a: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(SS 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설치 방향은 하얀색 표식 있는 부분이 위로 올라가도록 설치 함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- NC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1,2 / NO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3,4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로 넘버링 부여함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18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LS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TEST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환경에서는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NO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만 있으므로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3, 4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로 번호 부여함</a:t>
                      </a:r>
                      <a:endParaRPr lang="en-US" altLang="ko-KR" sz="1050" dirty="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80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FUSE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수평 설치하면 상부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– 1,2 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하부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3,4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로 넘버 부여하고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수직으로 설치하면 왼쪽 상부에서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1, 2 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오른쪽 상부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3, 4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로 넘버 부여 함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254594"/>
                  </a:ext>
                </a:extLst>
              </a:tr>
              <a:tr h="129263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8P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소켓을 사용하는 것은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하부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: 7,8,1,2  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상부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: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6,5,4,3)  4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개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- 8P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릴레이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(X) :  7,2 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전원 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 8,1 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공통     상부의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6,5,4,3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중 외부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6,3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NO / 5,4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NC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임 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                                                 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공통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8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6,5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와 연결되고 공통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4,3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과 연결 되어 있음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-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타이머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(T)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한시 접점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순시 접점이 있음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 7,2 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전원 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 8,1 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공통 는 동일하고     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상부의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6(a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즉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NO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), 5(b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즉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NC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한시 접점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 3(3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바깥쪽이므로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a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즉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NO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순시 접점 임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-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프릭커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 릴레이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(FR)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설정된 시간의 딜레이를 간격으로 왔다 갔다 하는 것이니 한시 접점만 존재 함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 7,2 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전원 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 8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만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공통으로 되어 있고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한시 접점 </a:t>
                      </a:r>
                      <a:r>
                        <a:rPr kumimoji="0" lang="en-US" altLang="ko-KR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a,b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좌측에만 존재 하므로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상부의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6(a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즉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NO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), 5(b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즉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NC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한시 접점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-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플로트리스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 스위치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(FLS)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물의 충진 상태를 감지하는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E1, E2, E3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가 있으므로 구조가 다른 것과 다름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7,8,1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E1(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짧은선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만수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), E2(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중간선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갈수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), E3(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긴선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: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물 유무 확인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접지 연결 되어야 함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6, 5 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공통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3: a (NO,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제일 바깥이므로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), 1: b (NC) ※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규칙 안따름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a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: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지하 저수조 배수 제어용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b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: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옥상 물탱크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물 급수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보충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제어용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770002"/>
                  </a:ext>
                </a:extLst>
              </a:tr>
              <a:tr h="103830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12P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소켓을 사용하는 것은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하부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: 7,8,9,10,11,12 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하부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: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1,2,3,4,5,6) 3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개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- EOCR 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전자식 과전류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계전기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 :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상하의 좌측 각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개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(7,8,9 / 1,2,3)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전원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인입을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위한 단자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(L1, L2, L3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→ 갈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흑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회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우측 제일 바깥쪽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6,12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기기 전원 공급용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나머지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4, 5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중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내부에 있으므로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b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5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a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접점이 되고 맞은 편 아래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10,11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공통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(c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접점이 됨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                                    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- MC 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전자식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접촉기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파워 릴레이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 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상하의 좌측 각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개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(7,8,9 / 1,2,3)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전원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인입을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위한 단자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(L1, L2, L3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→ 갈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흑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회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우측 제일 바깥쪽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6,12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기기 전원 공급용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나머지 상부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4, 5 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하부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10, 11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규칙과 다르게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a, b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접점이 됨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하부의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10,11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공통으로 사용할 수 없음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. MC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접점만 연결해 주는 것이기 때문에 맞은 편과 폐루프를 만들 수 없음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227610E0-8720-3387-D8E4-65CF116BEBCC}"/>
              </a:ext>
            </a:extLst>
          </p:cNvPr>
          <p:cNvGraphicFramePr>
            <a:graphicFrameLocks noGrp="1"/>
          </p:cNvGraphicFramePr>
          <p:nvPr/>
        </p:nvGraphicFramePr>
        <p:xfrm>
          <a:off x="7214461" y="640782"/>
          <a:ext cx="4804475" cy="1047850"/>
        </p:xfrm>
        <a:graphic>
          <a:graphicData uri="http://schemas.openxmlformats.org/drawingml/2006/table">
            <a:tbl>
              <a:tblPr/>
              <a:tblGrid>
                <a:gridCol w="335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9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184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charset="0"/>
                        </a:rPr>
                        <a:t>결선 원칙</a:t>
                      </a:r>
                      <a:endParaRPr lang="en-US" sz="1050" dirty="0">
                        <a:solidFill>
                          <a:schemeClr val="bg1"/>
                        </a:solidFill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19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공통선을 갖는 것이 인근에 있으면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BRIDGE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연결해서 메인으로 가는 선수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혹은 배관을 사용하는 선의 수를 줄임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896616"/>
                  </a:ext>
                </a:extLst>
              </a:tr>
              <a:tr h="15316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PE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접지는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인입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과 인출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를 연결해줘서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PE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선이  모터 및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급배수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설비로 연결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되도록 하고 회로도 상에 접지 연결이 필요한 설비는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에서 접지선을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따옴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715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154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E3AA4-D48F-436E-D5C0-B72E41CDA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390843-5B92-37C1-CC70-CA05B8980A03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E6AE62-6888-275F-F273-5FCE7A7D0962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44BBA6D8-630C-5C4E-07AB-2491FCE197F5}"/>
              </a:ext>
            </a:extLst>
          </p:cNvPr>
          <p:cNvSpPr/>
          <p:nvPr/>
        </p:nvSpPr>
        <p:spPr>
          <a:xfrm>
            <a:off x="71292" y="0"/>
            <a:ext cx="60516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[PIN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넘버링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&amp; 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결선 원칙 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2.2]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3" name="Text 104">
            <a:extLst>
              <a:ext uri="{FF2B5EF4-FFF2-40B4-BE49-F238E27FC236}">
                <a16:creationId xmlns:a16="http://schemas.microsoft.com/office/drawing/2014/main" id="{80890935-83BE-0EAD-73F3-5CD30C40DC20}"/>
              </a:ext>
            </a:extLst>
          </p:cNvPr>
          <p:cNvSpPr/>
          <p:nvPr/>
        </p:nvSpPr>
        <p:spPr>
          <a:xfrm>
            <a:off x="9845675" y="660196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BEAC76DF-C06D-F704-0E91-BD224D0F7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492172"/>
              </p:ext>
            </p:extLst>
          </p:nvPr>
        </p:nvGraphicFramePr>
        <p:xfrm>
          <a:off x="223111" y="716981"/>
          <a:ext cx="4804475" cy="6159854"/>
        </p:xfrm>
        <a:graphic>
          <a:graphicData uri="http://schemas.openxmlformats.org/drawingml/2006/table">
            <a:tbl>
              <a:tblPr/>
              <a:tblGrid>
                <a:gridCol w="335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9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855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charset="0"/>
                        </a:rPr>
                        <a:t>PIN </a:t>
                      </a:r>
                      <a:r>
                        <a:rPr lang="ko-KR" altLang="en-US" sz="1050">
                          <a:solidFill>
                            <a:schemeClr val="tx1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charset="0"/>
                        </a:rPr>
                        <a:t>부여 요령</a:t>
                      </a:r>
                      <a:endParaRPr lang="en-US" sz="1050" dirty="0">
                        <a:solidFill>
                          <a:schemeClr val="tx1"/>
                        </a:solidFill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89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작업 순서는 주 회로 → 보조 회로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접지선은 제어판 인입  → 인출로 바로 연결하고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회로 내부에서 필요한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PE (FLS E3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단자 등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내부 단자에서 해결함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-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갈색 전부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→ 흑색 전부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→ 회색 전부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→ 녹색 전부 작업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제어판 내부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PE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포함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보조 회로 내에서는 상단 → 하단 → 중간 좌측에서 우측으로 연결 블록 단위로 함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896616"/>
                  </a:ext>
                </a:extLst>
              </a:tr>
              <a:tr h="155088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2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PIN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부여 원칙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무 변경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-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상단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: EOCR (NO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10,5 / NC 10,4), MC (4,10 / 5,11)    MC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가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를 위에 연결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했으므로 위쪽은 상부가 되므로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1,3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이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NO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가 되는 기기는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이 상부 이므로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3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을 위에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PIN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번호로 부여함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-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하단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전원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부하부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 1) 6, 12 : EOCR, MC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            2) 2, 7 :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릴레이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타이머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FR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            3) 5, 6 : FLS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            4) A, B : PB,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램프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부져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등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854690"/>
                  </a:ext>
                </a:extLst>
              </a:tr>
              <a:tr h="45879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3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PE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접지는 인입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과 인출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를 연결해줘서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PE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선이  모터 및 급배수 설비로 연결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되도록 하고 회로도 상에 접지 연결이 필요한 설비는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에서 접지선을 따옴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547827"/>
                  </a:ext>
                </a:extLst>
              </a:tr>
              <a:tr h="89563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4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+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전원 연결을 먼저 하고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PB, LAMP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간 연결을 한 후 기기까지 연결까지 마침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※ PB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PB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끼리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LAMP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LAMP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끼리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기기는 기기끼리 묶는다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-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전원 연결하고 부하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전원 모두 연결 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가운데 작업 하는데 상하 관계 고려해서 작업 함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863758"/>
                  </a:ext>
                </a:extLst>
              </a:tr>
              <a:tr h="220613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5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중간부 기기 연결 작업 수행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1)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기기의 접점 개수 확인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(1,3 /1,4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부터 부여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2) C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 유무 확인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3) C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 부터 번호 부여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4)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한번 사용한 번호는 다시 사용 안함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계전기가 다르다면 완전히 다른 번호 임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가운데 기이 위에 다른 기기가 있으면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(8,6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이거를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6,8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로 뒤집어서 부여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상단 기기는 릴레이의 경우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3,1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로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상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하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로 되어 있고 하인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과 하부 부착기기의 상부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번호가 동일하게 하부에 위치하는게 작업하기 용이 하므로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8,6 (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하부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상부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이 오는게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작업하기 좋음 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18237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F92551A-9A02-B4CF-3EC9-EA779051E295}"/>
              </a:ext>
            </a:extLst>
          </p:cNvPr>
          <p:cNvSpPr txBox="1"/>
          <p:nvPr/>
        </p:nvSpPr>
        <p:spPr>
          <a:xfrm>
            <a:off x="6136339" y="3058093"/>
            <a:ext cx="333375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하</a:t>
            </a:r>
            <a:endParaRPr lang="en-US" altLang="ko-KR" sz="1050">
              <a:solidFill>
                <a:srgbClr val="15233D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상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A5E90B-0223-FDCA-5015-118076C813AD}"/>
              </a:ext>
            </a:extLst>
          </p:cNvPr>
          <p:cNvSpPr txBox="1"/>
          <p:nvPr/>
        </p:nvSpPr>
        <p:spPr>
          <a:xfrm>
            <a:off x="6530645" y="3058093"/>
            <a:ext cx="500062" cy="799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10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5/4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a/a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ADDE5B-1952-AF2A-70F5-9C8449429D89}"/>
              </a:ext>
            </a:extLst>
          </p:cNvPr>
          <p:cNvSpPr txBox="1"/>
          <p:nvPr/>
        </p:nvSpPr>
        <p:spPr>
          <a:xfrm>
            <a:off x="6947363" y="3058093"/>
            <a:ext cx="593913" cy="799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10/11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4/5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b/b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B334E8-E4CE-88AD-1BA0-7AD9A555B18B}"/>
              </a:ext>
            </a:extLst>
          </p:cNvPr>
          <p:cNvSpPr txBox="1"/>
          <p:nvPr/>
        </p:nvSpPr>
        <p:spPr>
          <a:xfrm>
            <a:off x="7865126" y="3058093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8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25A2C8-D914-1EE7-8D13-B0BEAC5B29F4}"/>
              </a:ext>
            </a:extLst>
          </p:cNvPr>
          <p:cNvSpPr txBox="1"/>
          <p:nvPr/>
        </p:nvSpPr>
        <p:spPr>
          <a:xfrm>
            <a:off x="8131826" y="3058093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8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A8D0AE-6D9B-561E-22D2-4323C073FD5B}"/>
              </a:ext>
            </a:extLst>
          </p:cNvPr>
          <p:cNvSpPr txBox="1"/>
          <p:nvPr/>
        </p:nvSpPr>
        <p:spPr>
          <a:xfrm>
            <a:off x="8465201" y="3058093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D4BD78-C918-7646-6961-55E80CF4D520}"/>
              </a:ext>
            </a:extLst>
          </p:cNvPr>
          <p:cNvSpPr txBox="1"/>
          <p:nvPr/>
        </p:nvSpPr>
        <p:spPr>
          <a:xfrm>
            <a:off x="8731901" y="3058093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38332E-250A-F76B-7740-E06CC0119D98}"/>
              </a:ext>
            </a:extLst>
          </p:cNvPr>
          <p:cNvSpPr txBox="1"/>
          <p:nvPr/>
        </p:nvSpPr>
        <p:spPr>
          <a:xfrm>
            <a:off x="9455801" y="3058093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4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249DD4-5434-997D-CFB5-416A90E12461}"/>
              </a:ext>
            </a:extLst>
          </p:cNvPr>
          <p:cNvSpPr txBox="1"/>
          <p:nvPr/>
        </p:nvSpPr>
        <p:spPr>
          <a:xfrm>
            <a:off x="9722501" y="3058093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4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C00B03-CCB0-C7F1-4CB5-2502B6B18632}"/>
              </a:ext>
            </a:extLst>
          </p:cNvPr>
          <p:cNvSpPr txBox="1"/>
          <p:nvPr/>
        </p:nvSpPr>
        <p:spPr>
          <a:xfrm>
            <a:off x="6528264" y="2771617"/>
            <a:ext cx="806684" cy="3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EOCR/MC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9C17AC-025F-7353-E8B6-A6E233EA67A4}"/>
              </a:ext>
            </a:extLst>
          </p:cNvPr>
          <p:cNvSpPr txBox="1"/>
          <p:nvPr/>
        </p:nvSpPr>
        <p:spPr>
          <a:xfrm>
            <a:off x="8004709" y="2771617"/>
            <a:ext cx="806684" cy="3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X, T, FR</a:t>
            </a:r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DC87A0-6D57-0416-6179-F6406580E44A}"/>
              </a:ext>
            </a:extLst>
          </p:cNvPr>
          <p:cNvSpPr txBox="1"/>
          <p:nvPr/>
        </p:nvSpPr>
        <p:spPr>
          <a:xfrm>
            <a:off x="9573042" y="2771617"/>
            <a:ext cx="806684" cy="3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FLS</a:t>
            </a:r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ED9E29-49AD-26B2-A9A6-83D1618137A8}"/>
              </a:ext>
            </a:extLst>
          </p:cNvPr>
          <p:cNvSpPr txBox="1"/>
          <p:nvPr/>
        </p:nvSpPr>
        <p:spPr>
          <a:xfrm>
            <a:off x="10046351" y="3058093"/>
            <a:ext cx="333375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상</a:t>
            </a:r>
            <a:endParaRPr lang="en-US" altLang="ko-KR" sz="1050">
              <a:solidFill>
                <a:srgbClr val="15233D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하</a:t>
            </a:r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C69552-69E9-B541-E2CC-18BD200AE432}"/>
              </a:ext>
            </a:extLst>
          </p:cNvPr>
          <p:cNvSpPr txBox="1"/>
          <p:nvPr/>
        </p:nvSpPr>
        <p:spPr>
          <a:xfrm>
            <a:off x="6136339" y="4791591"/>
            <a:ext cx="333375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상</a:t>
            </a:r>
            <a:endParaRPr lang="en-US" altLang="ko-KR" sz="1050">
              <a:solidFill>
                <a:srgbClr val="15233D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하</a:t>
            </a:r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090F08-5B47-BEF5-6974-8433A22105F1}"/>
              </a:ext>
            </a:extLst>
          </p:cNvPr>
          <p:cNvSpPr txBox="1"/>
          <p:nvPr/>
        </p:nvSpPr>
        <p:spPr>
          <a:xfrm>
            <a:off x="6780676" y="4791591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6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DB6374-F52E-9D53-49B3-6C19BD6D3340}"/>
              </a:ext>
            </a:extLst>
          </p:cNvPr>
          <p:cNvSpPr txBox="1"/>
          <p:nvPr/>
        </p:nvSpPr>
        <p:spPr>
          <a:xfrm>
            <a:off x="7974663" y="4791591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2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424346-8944-D6D7-3F71-313897E35D71}"/>
              </a:ext>
            </a:extLst>
          </p:cNvPr>
          <p:cNvSpPr txBox="1"/>
          <p:nvPr/>
        </p:nvSpPr>
        <p:spPr>
          <a:xfrm>
            <a:off x="9693926" y="4791591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5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5DBC9F-0A53-53E6-55CC-66FF39DCA259}"/>
              </a:ext>
            </a:extLst>
          </p:cNvPr>
          <p:cNvSpPr txBox="1"/>
          <p:nvPr/>
        </p:nvSpPr>
        <p:spPr>
          <a:xfrm>
            <a:off x="6528264" y="4505115"/>
            <a:ext cx="806684" cy="3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EOCR/MC</a:t>
            </a:r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1D2AED-15E0-AE94-79BB-E0835F552A0A}"/>
              </a:ext>
            </a:extLst>
          </p:cNvPr>
          <p:cNvSpPr txBox="1"/>
          <p:nvPr/>
        </p:nvSpPr>
        <p:spPr>
          <a:xfrm>
            <a:off x="7738009" y="4505115"/>
            <a:ext cx="806684" cy="3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X, T, FR</a:t>
            </a:r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7D76A5-C9C2-B18B-5DB7-E9A8A3453782}"/>
              </a:ext>
            </a:extLst>
          </p:cNvPr>
          <p:cNvSpPr txBox="1"/>
          <p:nvPr/>
        </p:nvSpPr>
        <p:spPr>
          <a:xfrm>
            <a:off x="9306342" y="4505115"/>
            <a:ext cx="806684" cy="3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FLS</a:t>
            </a:r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E0B2D7-E123-FF56-1708-FB4D9F83824F}"/>
              </a:ext>
            </a:extLst>
          </p:cNvPr>
          <p:cNvSpPr txBox="1"/>
          <p:nvPr/>
        </p:nvSpPr>
        <p:spPr>
          <a:xfrm>
            <a:off x="9427226" y="4791591"/>
            <a:ext cx="333375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상</a:t>
            </a:r>
            <a:endParaRPr lang="en-US" altLang="ko-KR" sz="1050">
              <a:solidFill>
                <a:srgbClr val="15233D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상</a:t>
            </a:r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39BFDE-5805-94C0-0D94-DF76DCC99E54}"/>
              </a:ext>
            </a:extLst>
          </p:cNvPr>
          <p:cNvSpPr txBox="1"/>
          <p:nvPr/>
        </p:nvSpPr>
        <p:spPr>
          <a:xfrm>
            <a:off x="7571321" y="4791591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하하</a:t>
            </a:r>
            <a:endParaRPr lang="en-US" altLang="ko-KR" sz="1050">
              <a:solidFill>
                <a:srgbClr val="15233D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696D02C-BC73-EF83-42FA-BA8A3B06E974}"/>
              </a:ext>
            </a:extLst>
          </p:cNvPr>
          <p:cNvSpPr/>
          <p:nvPr/>
        </p:nvSpPr>
        <p:spPr>
          <a:xfrm>
            <a:off x="7822264" y="3085676"/>
            <a:ext cx="909638" cy="607333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AEE07F3-B921-B0A7-E30E-51C0ADC94A99}"/>
              </a:ext>
            </a:extLst>
          </p:cNvPr>
          <p:cNvSpPr/>
          <p:nvPr/>
        </p:nvSpPr>
        <p:spPr>
          <a:xfrm>
            <a:off x="7885646" y="3142826"/>
            <a:ext cx="508118" cy="47170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53D6B0E-1F9A-1D39-BDD0-D7EBE202E3E5}"/>
              </a:ext>
            </a:extLst>
          </p:cNvPr>
          <p:cNvSpPr/>
          <p:nvPr/>
        </p:nvSpPr>
        <p:spPr>
          <a:xfrm>
            <a:off x="7828496" y="3775180"/>
            <a:ext cx="152399" cy="164342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7A4CB1-AECC-8960-64EE-7D40CE11F23A}"/>
              </a:ext>
            </a:extLst>
          </p:cNvPr>
          <p:cNvSpPr txBox="1"/>
          <p:nvPr/>
        </p:nvSpPr>
        <p:spPr>
          <a:xfrm>
            <a:off x="7854131" y="3685963"/>
            <a:ext cx="1381124" cy="3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타이머 </a:t>
            </a: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(</a:t>
            </a: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한시</a:t>
            </a: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/</a:t>
            </a: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순시</a:t>
            </a: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)</a:t>
            </a:r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8D44FF3-46AC-948A-AF54-9A00F5FF5F5B}"/>
              </a:ext>
            </a:extLst>
          </p:cNvPr>
          <p:cNvSpPr/>
          <p:nvPr/>
        </p:nvSpPr>
        <p:spPr>
          <a:xfrm>
            <a:off x="7828496" y="4028739"/>
            <a:ext cx="152399" cy="164342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5441D3-6F10-60E6-F739-590F923C7410}"/>
              </a:ext>
            </a:extLst>
          </p:cNvPr>
          <p:cNvSpPr txBox="1"/>
          <p:nvPr/>
        </p:nvSpPr>
        <p:spPr>
          <a:xfrm>
            <a:off x="7984189" y="3939522"/>
            <a:ext cx="1381124" cy="3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FR</a:t>
            </a:r>
            <a:endParaRPr lang="ko-KR" altLang="en-US"/>
          </a:p>
        </p:txBody>
      </p:sp>
      <p:graphicFrame>
        <p:nvGraphicFramePr>
          <p:cNvPr id="43" name="Table 0">
            <a:extLst>
              <a:ext uri="{FF2B5EF4-FFF2-40B4-BE49-F238E27FC236}">
                <a16:creationId xmlns:a16="http://schemas.microsoft.com/office/drawing/2014/main" id="{F968FC47-C3D0-13FD-30AC-D8201479F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669166"/>
              </p:ext>
            </p:extLst>
          </p:nvPr>
        </p:nvGraphicFramePr>
        <p:xfrm>
          <a:off x="5268211" y="716981"/>
          <a:ext cx="6647564" cy="1311130"/>
        </p:xfrm>
        <a:graphic>
          <a:graphicData uri="http://schemas.openxmlformats.org/drawingml/2006/table">
            <a:tbl>
              <a:tblPr/>
              <a:tblGrid>
                <a:gridCol w="46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3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charset="0"/>
                        </a:rPr>
                        <a:t>PIN </a:t>
                      </a:r>
                      <a:r>
                        <a:rPr lang="ko-KR" altLang="en-US" sz="1050">
                          <a:solidFill>
                            <a:schemeClr val="tx1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charset="0"/>
                        </a:rPr>
                        <a:t>부여 요령</a:t>
                      </a:r>
                      <a:endParaRPr lang="en-US" sz="1050" dirty="0">
                        <a:solidFill>
                          <a:schemeClr val="tx1"/>
                        </a:solidFill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82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상부 작업 완전히 끝내고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하부 작업하고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램프와 버튼은 미리 연결하는 것도 고려해볼만 함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중간 단계는 접접이 연결되는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BLOCK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단위로 작업 하는데 램프간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버튼간 연결 먼저 한다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기기는 기기와 연결 원칙에 따라 작업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A, B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순서 따르는 거 잊지 말 것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896616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B37E20DC-3D1B-BDCC-7F1D-190C09BE1B78}"/>
              </a:ext>
            </a:extLst>
          </p:cNvPr>
          <p:cNvSpPr txBox="1"/>
          <p:nvPr/>
        </p:nvSpPr>
        <p:spPr>
          <a:xfrm>
            <a:off x="3156695" y="4662145"/>
            <a:ext cx="1761892" cy="3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FF00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한시 접점</a:t>
            </a:r>
            <a:r>
              <a:rPr lang="en-US" altLang="ko-KR" sz="1050">
                <a:solidFill>
                  <a:srgbClr val="FF00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/</a:t>
            </a:r>
            <a:r>
              <a:rPr lang="ko-KR" altLang="en-US" sz="1050">
                <a:solidFill>
                  <a:srgbClr val="FF00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순시 접점 주의</a:t>
            </a:r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512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A89A-62AF-76B2-E53F-EC6235AF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B9BC26-BDA3-30AF-EA11-69CCA3C0E30A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FE785B-C06E-7C8B-CEF5-E1A11A2B60D7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15915673-63CC-4205-B940-E24402F615C5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</a:t>
            </a:r>
            <a:r>
              <a:rPr lang="en-US" sz="2400" b="1">
                <a:solidFill>
                  <a:srgbClr val="FFFFFF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PIN</a:t>
            </a:r>
            <a:r>
              <a:rPr lang="ko-KR" altLang="en-US" sz="2400" b="1">
                <a:solidFill>
                  <a:srgbClr val="FFFFFF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 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번호 부여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3" name="Text 104">
            <a:extLst>
              <a:ext uri="{FF2B5EF4-FFF2-40B4-BE49-F238E27FC236}">
                <a16:creationId xmlns:a16="http://schemas.microsoft.com/office/drawing/2014/main" id="{78380701-2817-0E2A-8F53-7094D380CD1E}"/>
              </a:ext>
            </a:extLst>
          </p:cNvPr>
          <p:cNvSpPr/>
          <p:nvPr/>
        </p:nvSpPr>
        <p:spPr>
          <a:xfrm>
            <a:off x="9845675" y="660196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6956BCB0-CF4A-DAD0-6A53-921C8D4CB9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414005"/>
              </p:ext>
            </p:extLst>
          </p:nvPr>
        </p:nvGraphicFramePr>
        <p:xfrm>
          <a:off x="169545" y="627817"/>
          <a:ext cx="6843438" cy="4069090"/>
        </p:xfrm>
        <a:graphic>
          <a:graphicData uri="http://schemas.openxmlformats.org/drawingml/2006/table">
            <a:tbl>
              <a:tblPr/>
              <a:tblGrid>
                <a:gridCol w="335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8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charset="0"/>
                        </a:rPr>
                        <a:t>넘버링 원칙</a:t>
                      </a:r>
                      <a:endParaRPr lang="en-US" sz="1050" dirty="0">
                        <a:solidFill>
                          <a:schemeClr val="bg1"/>
                        </a:solidFill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No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를 부여할 때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c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 유무가 중요함 </a:t>
                      </a:r>
                      <a:b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</a:b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노드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접속점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지나 막힘 없이 만나면  공통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c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접점임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896616"/>
                  </a:ext>
                </a:extLst>
              </a:tr>
              <a:tr h="10294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기능사 시험에서는 소켓은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8PIN, 12PIN 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만 나옴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원형 회로도에 </a:t>
                      </a: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a, b, c </a:t>
                      </a: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단자 써 놓을 것</a:t>
                      </a:r>
                      <a:endParaRPr lang="en-US" altLang="ko-KR" sz="1050" dirty="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공통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C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 없음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단순 연결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254594"/>
                  </a:ext>
                </a:extLst>
              </a:tr>
              <a:tr h="32138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EOCR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은 왼쪽을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10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번으로 함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(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오른쪽은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a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접점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: 5, b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접점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: 4)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MC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는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a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접점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4, 10  b 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접점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5, 10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770002"/>
                  </a:ext>
                </a:extLst>
              </a:tr>
              <a:tr h="12907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핀번호 부여 순서</a:t>
                      </a:r>
                      <a:endParaRPr lang="en-US" altLang="ko-KR" sz="10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  <a:p>
                      <a:pPr marL="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기기의 접점의 개수 확인</a:t>
                      </a:r>
                      <a:endParaRPr lang="en-US" altLang="ko-KR" sz="10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  <a:p>
                      <a:pPr marL="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C 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접점 유무 확인</a:t>
                      </a:r>
                      <a:endParaRPr lang="en-US" altLang="ko-KR" sz="10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  <a:p>
                      <a:pPr marL="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C 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접점 부터 번호 부여</a:t>
                      </a:r>
                      <a:endParaRPr lang="en-US" altLang="ko-KR" sz="10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  <a:p>
                      <a:pPr marL="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한번 사용한 번호는 다시 사용 안함</a:t>
                      </a:r>
                      <a:endParaRPr lang="en-US" altLang="ko-KR" sz="10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60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7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계기의 번호가 다르다면 완전 다른 기기 이므로 동일 번호 사용 가능함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(MC1, MC2)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362165"/>
                  </a:ext>
                </a:extLst>
              </a:tr>
              <a:tr h="1160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8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PBS = PB = BS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929790"/>
                  </a:ext>
                </a:extLst>
              </a:tr>
              <a:tr h="1160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9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부하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/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전원 부는 아래 쪽에 큰 숫자 배치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(EOCR/MC 6 : 12, X/Ry/T 2 : 7, FLS 5 : 6, L/BZ 1 : 2) 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207820"/>
                  </a:ext>
                </a:extLst>
              </a:tr>
              <a:tr h="1160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10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Cap 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덮는거 씌울 것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931472"/>
                  </a:ext>
                </a:extLst>
              </a:tr>
              <a:tr h="1160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11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한단자에 최대 연결 가능 단자는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2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개임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542819"/>
                  </a:ext>
                </a:extLst>
              </a:tr>
              <a:tr h="1160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12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EOCR 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및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FUSE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는 단자가 약하므로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개만 물림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221851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63B3A3BF-7F6A-FF2B-0698-73CD3EC3CA06}"/>
              </a:ext>
            </a:extLst>
          </p:cNvPr>
          <p:cNvGrpSpPr/>
          <p:nvPr/>
        </p:nvGrpSpPr>
        <p:grpSpPr>
          <a:xfrm>
            <a:off x="7528544" y="4028176"/>
            <a:ext cx="259977" cy="502023"/>
            <a:chOff x="7700682" y="1586753"/>
            <a:chExt cx="259977" cy="50202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F33E920-F5B0-DD8C-68C6-2FD56DD1A5DB}"/>
                </a:ext>
              </a:extLst>
            </p:cNvPr>
            <p:cNvSpPr/>
            <p:nvPr/>
          </p:nvSpPr>
          <p:spPr>
            <a:xfrm>
              <a:off x="7700682" y="1586753"/>
              <a:ext cx="259977" cy="50202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D70C762B-A3AF-9395-C9FD-B7E88B57AB8A}"/>
                </a:ext>
              </a:extLst>
            </p:cNvPr>
            <p:cNvSpPr/>
            <p:nvPr/>
          </p:nvSpPr>
          <p:spPr>
            <a:xfrm>
              <a:off x="7745504" y="1622613"/>
              <a:ext cx="161365" cy="16136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8A203D8-CA06-B3C9-98FF-32B417226CFF}"/>
                </a:ext>
              </a:extLst>
            </p:cNvPr>
            <p:cNvSpPr/>
            <p:nvPr/>
          </p:nvSpPr>
          <p:spPr>
            <a:xfrm>
              <a:off x="7745504" y="1882586"/>
              <a:ext cx="161365" cy="16136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D72721-6541-2FDE-EEE5-22C25AA9E19E}"/>
              </a:ext>
            </a:extLst>
          </p:cNvPr>
          <p:cNvGrpSpPr/>
          <p:nvPr/>
        </p:nvGrpSpPr>
        <p:grpSpPr>
          <a:xfrm>
            <a:off x="8084356" y="4028176"/>
            <a:ext cx="259977" cy="502023"/>
            <a:chOff x="7700682" y="1586753"/>
            <a:chExt cx="259977" cy="502023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680E438-A6DB-1A81-9657-53DE17751FED}"/>
                </a:ext>
              </a:extLst>
            </p:cNvPr>
            <p:cNvSpPr/>
            <p:nvPr/>
          </p:nvSpPr>
          <p:spPr>
            <a:xfrm>
              <a:off x="7700682" y="1586753"/>
              <a:ext cx="259977" cy="50202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AD32952-6778-3396-49B7-FCF64FB7E854}"/>
                </a:ext>
              </a:extLst>
            </p:cNvPr>
            <p:cNvSpPr/>
            <p:nvPr/>
          </p:nvSpPr>
          <p:spPr>
            <a:xfrm>
              <a:off x="7745504" y="1622613"/>
              <a:ext cx="161365" cy="16136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CAB5C626-1399-3730-CACB-8386DAE3072D}"/>
                </a:ext>
              </a:extLst>
            </p:cNvPr>
            <p:cNvSpPr/>
            <p:nvPr/>
          </p:nvSpPr>
          <p:spPr>
            <a:xfrm>
              <a:off x="7745504" y="1882586"/>
              <a:ext cx="161365" cy="16136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D45E4BD-6053-7509-F0BB-D755F4B13A0E}"/>
              </a:ext>
            </a:extLst>
          </p:cNvPr>
          <p:cNvGrpSpPr/>
          <p:nvPr/>
        </p:nvGrpSpPr>
        <p:grpSpPr>
          <a:xfrm rot="16200000">
            <a:off x="9380129" y="3951977"/>
            <a:ext cx="259977" cy="502023"/>
            <a:chOff x="7700682" y="1586753"/>
            <a:chExt cx="259977" cy="502023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126F578-BF63-134E-C6D4-628A00E0E8C3}"/>
                </a:ext>
              </a:extLst>
            </p:cNvPr>
            <p:cNvSpPr/>
            <p:nvPr/>
          </p:nvSpPr>
          <p:spPr>
            <a:xfrm>
              <a:off x="7700682" y="1586753"/>
              <a:ext cx="259977" cy="50202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660731F7-385C-02B1-E7D5-A2F4CE6808A5}"/>
                </a:ext>
              </a:extLst>
            </p:cNvPr>
            <p:cNvSpPr/>
            <p:nvPr/>
          </p:nvSpPr>
          <p:spPr>
            <a:xfrm>
              <a:off x="7745504" y="1622613"/>
              <a:ext cx="161365" cy="16136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A6002BA3-F860-3F9A-95FA-464386F811BF}"/>
                </a:ext>
              </a:extLst>
            </p:cNvPr>
            <p:cNvSpPr/>
            <p:nvPr/>
          </p:nvSpPr>
          <p:spPr>
            <a:xfrm>
              <a:off x="7745504" y="1882586"/>
              <a:ext cx="161365" cy="16136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362168E-346E-3254-37D8-CD855B077A60}"/>
              </a:ext>
            </a:extLst>
          </p:cNvPr>
          <p:cNvGrpSpPr/>
          <p:nvPr/>
        </p:nvGrpSpPr>
        <p:grpSpPr>
          <a:xfrm rot="16200000">
            <a:off x="9400487" y="4462966"/>
            <a:ext cx="259977" cy="502023"/>
            <a:chOff x="7700682" y="1586753"/>
            <a:chExt cx="259977" cy="502023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DF10141-33DE-A38B-76AC-A5EA3B0597DB}"/>
                </a:ext>
              </a:extLst>
            </p:cNvPr>
            <p:cNvSpPr/>
            <p:nvPr/>
          </p:nvSpPr>
          <p:spPr>
            <a:xfrm>
              <a:off x="7700682" y="1586753"/>
              <a:ext cx="259977" cy="50202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CE0F54E3-3FA0-C2A6-64C4-09075FDB0E7C}"/>
                </a:ext>
              </a:extLst>
            </p:cNvPr>
            <p:cNvSpPr/>
            <p:nvPr/>
          </p:nvSpPr>
          <p:spPr>
            <a:xfrm>
              <a:off x="7745504" y="1622613"/>
              <a:ext cx="161365" cy="16136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C94C6EB5-CE12-663B-E514-6481B60CCE11}"/>
                </a:ext>
              </a:extLst>
            </p:cNvPr>
            <p:cNvSpPr/>
            <p:nvPr/>
          </p:nvSpPr>
          <p:spPr>
            <a:xfrm>
              <a:off x="7745504" y="1882586"/>
              <a:ext cx="161365" cy="16136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39213E3-EF2C-2D0C-D57E-EB9CEF30AC75}"/>
              </a:ext>
            </a:extLst>
          </p:cNvPr>
          <p:cNvSpPr txBox="1"/>
          <p:nvPr/>
        </p:nvSpPr>
        <p:spPr>
          <a:xfrm>
            <a:off x="7249799" y="4028176"/>
            <a:ext cx="230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</a:t>
            </a:r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FE1AB4-5F7D-375C-4047-5047CC04211D}"/>
              </a:ext>
            </a:extLst>
          </p:cNvPr>
          <p:cNvSpPr txBox="1"/>
          <p:nvPr/>
        </p:nvSpPr>
        <p:spPr>
          <a:xfrm>
            <a:off x="7249799" y="4276283"/>
            <a:ext cx="230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2</a:t>
            </a:r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77D236-9BCD-32D7-7CEB-FB3E0D7C53CC}"/>
              </a:ext>
            </a:extLst>
          </p:cNvPr>
          <p:cNvSpPr txBox="1"/>
          <p:nvPr/>
        </p:nvSpPr>
        <p:spPr>
          <a:xfrm>
            <a:off x="7853516" y="4028176"/>
            <a:ext cx="230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3</a:t>
            </a:r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42BD1F-6D85-D9E2-15AE-72E25422A639}"/>
              </a:ext>
            </a:extLst>
          </p:cNvPr>
          <p:cNvSpPr txBox="1"/>
          <p:nvPr/>
        </p:nvSpPr>
        <p:spPr>
          <a:xfrm>
            <a:off x="7853516" y="4276283"/>
            <a:ext cx="230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4</a:t>
            </a:r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9DFBE9-2BB0-2069-76A6-20778373625C}"/>
              </a:ext>
            </a:extLst>
          </p:cNvPr>
          <p:cNvSpPr txBox="1"/>
          <p:nvPr/>
        </p:nvSpPr>
        <p:spPr>
          <a:xfrm>
            <a:off x="9241644" y="3872874"/>
            <a:ext cx="230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</a:t>
            </a:r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B5C06D-FBD5-A41D-D301-DF913DB123F0}"/>
              </a:ext>
            </a:extLst>
          </p:cNvPr>
          <p:cNvSpPr txBox="1"/>
          <p:nvPr/>
        </p:nvSpPr>
        <p:spPr>
          <a:xfrm>
            <a:off x="9501617" y="3872874"/>
            <a:ext cx="230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2</a:t>
            </a:r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D3533F-9806-0A7F-1C08-0171489DDA03}"/>
              </a:ext>
            </a:extLst>
          </p:cNvPr>
          <p:cNvSpPr txBox="1"/>
          <p:nvPr/>
        </p:nvSpPr>
        <p:spPr>
          <a:xfrm>
            <a:off x="9241644" y="4381801"/>
            <a:ext cx="230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3</a:t>
            </a:r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DDC26C-BC7A-542E-F64A-57150C407CCE}"/>
              </a:ext>
            </a:extLst>
          </p:cNvPr>
          <p:cNvSpPr txBox="1"/>
          <p:nvPr/>
        </p:nvSpPr>
        <p:spPr>
          <a:xfrm>
            <a:off x="9501617" y="4381801"/>
            <a:ext cx="230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4</a:t>
            </a:r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8E231E-248F-8F74-DF90-62CB78388A6F}"/>
              </a:ext>
            </a:extLst>
          </p:cNvPr>
          <p:cNvSpPr txBox="1"/>
          <p:nvPr/>
        </p:nvSpPr>
        <p:spPr>
          <a:xfrm>
            <a:off x="7249799" y="3621988"/>
            <a:ext cx="23051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Fuse </a:t>
            </a:r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번호 배치 </a:t>
            </a:r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rule</a:t>
            </a:r>
            <a:endParaRPr lang="ko-KR" altLang="en-US" b="1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0E4EE2B-25B7-789A-7CAB-0C1E944F5B64}"/>
              </a:ext>
            </a:extLst>
          </p:cNvPr>
          <p:cNvSpPr/>
          <p:nvPr/>
        </p:nvSpPr>
        <p:spPr>
          <a:xfrm>
            <a:off x="7389166" y="1072857"/>
            <a:ext cx="919303" cy="216945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A0F4B9-6341-8787-4D12-E323BEAE844F}"/>
              </a:ext>
            </a:extLst>
          </p:cNvPr>
          <p:cNvSpPr txBox="1"/>
          <p:nvPr/>
        </p:nvSpPr>
        <p:spPr>
          <a:xfrm>
            <a:off x="7267725" y="702399"/>
            <a:ext cx="23051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pin </a:t>
            </a:r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번호 부여 순서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475252B-5690-CF10-F32A-BF0321E55D2D}"/>
              </a:ext>
            </a:extLst>
          </p:cNvPr>
          <p:cNvSpPr/>
          <p:nvPr/>
        </p:nvSpPr>
        <p:spPr>
          <a:xfrm>
            <a:off x="8602673" y="1072858"/>
            <a:ext cx="2177624" cy="4303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AA622BC-ACD0-812E-2336-FFBFF3EE3390}"/>
              </a:ext>
            </a:extLst>
          </p:cNvPr>
          <p:cNvSpPr/>
          <p:nvPr/>
        </p:nvSpPr>
        <p:spPr>
          <a:xfrm>
            <a:off x="8602673" y="2812010"/>
            <a:ext cx="2177624" cy="4303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1168CF9-898B-2C87-53B5-93FA4399382B}"/>
              </a:ext>
            </a:extLst>
          </p:cNvPr>
          <p:cNvSpPr/>
          <p:nvPr/>
        </p:nvSpPr>
        <p:spPr>
          <a:xfrm>
            <a:off x="8602673" y="1673491"/>
            <a:ext cx="456400" cy="8964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A8D3D10-F587-B4BB-D1E1-0A405776E1E6}"/>
              </a:ext>
            </a:extLst>
          </p:cNvPr>
          <p:cNvSpPr/>
          <p:nvPr/>
        </p:nvSpPr>
        <p:spPr>
          <a:xfrm>
            <a:off x="9176414" y="1673491"/>
            <a:ext cx="456400" cy="8964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9A17759-C211-DFFB-07B8-ADF11D7B6CEE}"/>
              </a:ext>
            </a:extLst>
          </p:cNvPr>
          <p:cNvSpPr/>
          <p:nvPr/>
        </p:nvSpPr>
        <p:spPr>
          <a:xfrm>
            <a:off x="9750155" y="1673491"/>
            <a:ext cx="456400" cy="8964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86680F5-2EF5-27DE-D9C9-59577139E3E4}"/>
              </a:ext>
            </a:extLst>
          </p:cNvPr>
          <p:cNvSpPr/>
          <p:nvPr/>
        </p:nvSpPr>
        <p:spPr>
          <a:xfrm>
            <a:off x="10323897" y="1673491"/>
            <a:ext cx="456400" cy="8964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842C83D-AF53-4424-1EF4-419117421FB4}"/>
              </a:ext>
            </a:extLst>
          </p:cNvPr>
          <p:cNvSpPr txBox="1"/>
          <p:nvPr/>
        </p:nvSpPr>
        <p:spPr>
          <a:xfrm>
            <a:off x="7522941" y="1954551"/>
            <a:ext cx="69700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①주회로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10F4AD-D7CB-82CF-2EE2-4157548B1E8C}"/>
              </a:ext>
            </a:extLst>
          </p:cNvPr>
          <p:cNvSpPr txBox="1"/>
          <p:nvPr/>
        </p:nvSpPr>
        <p:spPr>
          <a:xfrm>
            <a:off x="9100650" y="1183586"/>
            <a:ext cx="106432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② 보조회로 상단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7EE4A4B-5794-0275-7913-B8AB0D07D45E}"/>
              </a:ext>
            </a:extLst>
          </p:cNvPr>
          <p:cNvSpPr txBox="1"/>
          <p:nvPr/>
        </p:nvSpPr>
        <p:spPr>
          <a:xfrm>
            <a:off x="9100650" y="2913774"/>
            <a:ext cx="106432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③ 보조회로 하단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8BFC5D-6706-F602-6BC0-4C1720DC0820}"/>
              </a:ext>
            </a:extLst>
          </p:cNvPr>
          <p:cNvSpPr txBox="1"/>
          <p:nvPr/>
        </p:nvSpPr>
        <p:spPr>
          <a:xfrm>
            <a:off x="8516646" y="1954551"/>
            <a:ext cx="5840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④ </a:t>
            </a:r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MID</a:t>
            </a:r>
          </a:p>
          <a:p>
            <a:pPr algn="ctr"/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(1)</a:t>
            </a:r>
            <a:endParaRPr lang="ko-KR" altLang="en-US" sz="1050" b="1">
              <a:latin typeface="현대산스 Text" panose="020B0600000101010101" pitchFamily="34" charset="-127"/>
              <a:ea typeface="현대산스 Text" panose="020B0600000101010101" pitchFamily="34" charset="-127"/>
              <a:cs typeface="Calibri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6343570-8FE7-C10F-2781-0E4764CA587F}"/>
              </a:ext>
            </a:extLst>
          </p:cNvPr>
          <p:cNvSpPr txBox="1"/>
          <p:nvPr/>
        </p:nvSpPr>
        <p:spPr>
          <a:xfrm>
            <a:off x="9100650" y="1954551"/>
            <a:ext cx="5840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④ </a:t>
            </a:r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MID</a:t>
            </a:r>
          </a:p>
          <a:p>
            <a:pPr algn="ctr"/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(2)</a:t>
            </a:r>
            <a:endParaRPr lang="ko-KR" altLang="en-US" sz="1050" b="1">
              <a:latin typeface="현대산스 Text" panose="020B0600000101010101" pitchFamily="34" charset="-127"/>
              <a:ea typeface="현대산스 Text" panose="020B0600000101010101" pitchFamily="34" charset="-127"/>
              <a:cs typeface="Calibri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8E70D1-4B7F-DA00-06CD-6FE1726CFC16}"/>
              </a:ext>
            </a:extLst>
          </p:cNvPr>
          <p:cNvSpPr txBox="1"/>
          <p:nvPr/>
        </p:nvSpPr>
        <p:spPr>
          <a:xfrm>
            <a:off x="9678959" y="1954551"/>
            <a:ext cx="5840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④ </a:t>
            </a:r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MID</a:t>
            </a:r>
          </a:p>
          <a:p>
            <a:pPr algn="ctr"/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(3)</a:t>
            </a:r>
            <a:endParaRPr lang="ko-KR" altLang="en-US" sz="1050" b="1">
              <a:latin typeface="현대산스 Text" panose="020B0600000101010101" pitchFamily="34" charset="-127"/>
              <a:ea typeface="현대산스 Text" panose="020B0600000101010101" pitchFamily="34" charset="-127"/>
              <a:cs typeface="Calibri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08766D-CF5F-AC27-13F5-638F1E55A6BC}"/>
              </a:ext>
            </a:extLst>
          </p:cNvPr>
          <p:cNvSpPr txBox="1"/>
          <p:nvPr/>
        </p:nvSpPr>
        <p:spPr>
          <a:xfrm>
            <a:off x="10262963" y="1954551"/>
            <a:ext cx="5840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④ </a:t>
            </a:r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MID</a:t>
            </a:r>
          </a:p>
          <a:p>
            <a:pPr algn="ctr"/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(4)</a:t>
            </a:r>
            <a:endParaRPr lang="ko-KR" altLang="en-US" sz="1050" b="1">
              <a:latin typeface="현대산스 Text" panose="020B0600000101010101" pitchFamily="34" charset="-127"/>
              <a:ea typeface="현대산스 Text" panose="020B0600000101010101" pitchFamily="34" charset="-127"/>
              <a:cs typeface="Calibri" charset="0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55C06B7-1CD2-6191-13DC-09BF48AA6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366" y="5160947"/>
            <a:ext cx="1143160" cy="106694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04955F09-CE3B-C662-DA53-45AC74B97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644" y="5160947"/>
            <a:ext cx="1143160" cy="1066949"/>
          </a:xfrm>
          <a:prstGeom prst="rect">
            <a:avLst/>
          </a:prstGeom>
        </p:spPr>
      </p:pic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604EE2B-3E03-F5AE-7E12-87400F7C04FB}"/>
              </a:ext>
            </a:extLst>
          </p:cNvPr>
          <p:cNvCxnSpPr>
            <a:cxnSpLocks/>
          </p:cNvCxnSpPr>
          <p:nvPr/>
        </p:nvCxnSpPr>
        <p:spPr>
          <a:xfrm>
            <a:off x="9425851" y="5396753"/>
            <a:ext cx="50838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7CB3CC0E-1799-0482-02A8-1B5A592F146C}"/>
              </a:ext>
            </a:extLst>
          </p:cNvPr>
          <p:cNvCxnSpPr>
            <a:cxnSpLocks/>
          </p:cNvCxnSpPr>
          <p:nvPr/>
        </p:nvCxnSpPr>
        <p:spPr>
          <a:xfrm>
            <a:off x="9656942" y="5396753"/>
            <a:ext cx="50838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B5FFC43-3CD2-984D-235D-0A9200FFC549}"/>
              </a:ext>
            </a:extLst>
          </p:cNvPr>
          <p:cNvCxnSpPr>
            <a:cxnSpLocks/>
          </p:cNvCxnSpPr>
          <p:nvPr/>
        </p:nvCxnSpPr>
        <p:spPr>
          <a:xfrm>
            <a:off x="9892686" y="5396753"/>
            <a:ext cx="50838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EFED841-2456-5E73-CD6B-70807721B493}"/>
              </a:ext>
            </a:extLst>
          </p:cNvPr>
          <p:cNvCxnSpPr>
            <a:cxnSpLocks/>
          </p:cNvCxnSpPr>
          <p:nvPr/>
        </p:nvCxnSpPr>
        <p:spPr>
          <a:xfrm>
            <a:off x="10114139" y="5396753"/>
            <a:ext cx="50838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74CC969-AC9B-2AB5-7F7D-72A3EE8709ED}"/>
              </a:ext>
            </a:extLst>
          </p:cNvPr>
          <p:cNvCxnSpPr>
            <a:cxnSpLocks/>
          </p:cNvCxnSpPr>
          <p:nvPr/>
        </p:nvCxnSpPr>
        <p:spPr>
          <a:xfrm>
            <a:off x="9425851" y="5982540"/>
            <a:ext cx="50838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79066B5-5FEE-5A2F-5783-EE0A2B28054F}"/>
              </a:ext>
            </a:extLst>
          </p:cNvPr>
          <p:cNvCxnSpPr>
            <a:cxnSpLocks/>
          </p:cNvCxnSpPr>
          <p:nvPr/>
        </p:nvCxnSpPr>
        <p:spPr>
          <a:xfrm>
            <a:off x="9656942" y="5982540"/>
            <a:ext cx="50838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049775E7-88D8-A43B-6472-75B4897182E4}"/>
              </a:ext>
            </a:extLst>
          </p:cNvPr>
          <p:cNvCxnSpPr>
            <a:cxnSpLocks/>
          </p:cNvCxnSpPr>
          <p:nvPr/>
        </p:nvCxnSpPr>
        <p:spPr>
          <a:xfrm>
            <a:off x="9892686" y="5982540"/>
            <a:ext cx="50838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3797FA0-B177-BD82-C9A6-3B4919C0A7E0}"/>
              </a:ext>
            </a:extLst>
          </p:cNvPr>
          <p:cNvCxnSpPr>
            <a:cxnSpLocks/>
          </p:cNvCxnSpPr>
          <p:nvPr/>
        </p:nvCxnSpPr>
        <p:spPr>
          <a:xfrm>
            <a:off x="10114139" y="5982540"/>
            <a:ext cx="50838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508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D5781-2870-6EEA-29B6-FC00A6FDD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B8572430-AA8C-3027-86C3-BCFD6DD88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194182"/>
              </p:ext>
            </p:extLst>
          </p:nvPr>
        </p:nvGraphicFramePr>
        <p:xfrm>
          <a:off x="2603027" y="938842"/>
          <a:ext cx="2107731" cy="2485675"/>
        </p:xfrm>
        <a:graphic>
          <a:graphicData uri="http://schemas.openxmlformats.org/drawingml/2006/table">
            <a:tbl>
              <a:tblPr/>
              <a:tblGrid>
                <a:gridCol w="2107731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24856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Shape 0">
            <a:extLst>
              <a:ext uri="{FF2B5EF4-FFF2-40B4-BE49-F238E27FC236}">
                <a16:creationId xmlns:a16="http://schemas.microsoft.com/office/drawing/2014/main" id="{BA465C8B-0700-82D2-0BF2-F82344622566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E2225E2-640B-6C44-0BD3-999B9FAF5EFE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95305BDD-CF41-43EF-EEAA-FC54FD2C6D68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설치 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&amp; 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배선 작업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3" name="Text 104">
            <a:extLst>
              <a:ext uri="{FF2B5EF4-FFF2-40B4-BE49-F238E27FC236}">
                <a16:creationId xmlns:a16="http://schemas.microsoft.com/office/drawing/2014/main" id="{71589EC8-4C5E-6AEF-4CFB-090BBF9022D4}"/>
              </a:ext>
            </a:extLst>
          </p:cNvPr>
          <p:cNvSpPr/>
          <p:nvPr/>
        </p:nvSpPr>
        <p:spPr>
          <a:xfrm>
            <a:off x="9845675" y="660196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FC21B2-2B68-EDCC-9655-02B581F17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002" y="1057839"/>
            <a:ext cx="1901032" cy="22501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9F1577-1DD5-CD97-FBBC-F82114E78CC1}"/>
              </a:ext>
            </a:extLst>
          </p:cNvPr>
          <p:cNvSpPr txBox="1"/>
          <p:nvPr/>
        </p:nvSpPr>
        <p:spPr>
          <a:xfrm>
            <a:off x="2393838" y="643825"/>
            <a:ext cx="253701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2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)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제어판에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기기 배치도 선 그음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분필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E8A531-0A94-770A-A9F1-18B9324F76D5}"/>
              </a:ext>
            </a:extLst>
          </p:cNvPr>
          <p:cNvSpPr txBox="1"/>
          <p:nvPr/>
        </p:nvSpPr>
        <p:spPr>
          <a:xfrm>
            <a:off x="3014646" y="1638094"/>
            <a:ext cx="14948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400 X 420 mm</a:t>
            </a:r>
          </a:p>
        </p:txBody>
      </p:sp>
      <p:graphicFrame>
        <p:nvGraphicFramePr>
          <p:cNvPr id="12" name="Table 3">
            <a:extLst>
              <a:ext uri="{FF2B5EF4-FFF2-40B4-BE49-F238E27FC236}">
                <a16:creationId xmlns:a16="http://schemas.microsoft.com/office/drawing/2014/main" id="{11F17CEA-1B69-52F7-1944-88FD7A44A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306810"/>
              </p:ext>
            </p:extLst>
          </p:nvPr>
        </p:nvGraphicFramePr>
        <p:xfrm>
          <a:off x="5021644" y="938843"/>
          <a:ext cx="2107731" cy="2280608"/>
        </p:xfrm>
        <a:graphic>
          <a:graphicData uri="http://schemas.openxmlformats.org/drawingml/2006/table">
            <a:tbl>
              <a:tblPr/>
              <a:tblGrid>
                <a:gridCol w="2107731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2280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3FB33D7-CB9C-BA8E-3351-3EC509FBA060}"/>
              </a:ext>
            </a:extLst>
          </p:cNvPr>
          <p:cNvSpPr txBox="1"/>
          <p:nvPr/>
        </p:nvSpPr>
        <p:spPr>
          <a:xfrm>
            <a:off x="4987899" y="643825"/>
            <a:ext cx="214147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3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)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기기 배치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(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정방향 확인</a:t>
            </a: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)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98BF617-6CAD-1F3B-5EEA-4B31F2C03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146" y="1057839"/>
            <a:ext cx="1727459" cy="203902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06C9812-C161-A1BA-D5A6-518FEF5E28E1}"/>
              </a:ext>
            </a:extLst>
          </p:cNvPr>
          <p:cNvSpPr txBox="1"/>
          <p:nvPr/>
        </p:nvSpPr>
        <p:spPr>
          <a:xfrm>
            <a:off x="4930850" y="3264069"/>
            <a:ext cx="22471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기기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고정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홀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에</a:t>
            </a: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라인을</a:t>
            </a: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맞춰</a:t>
            </a: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배치함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가운데 홈 파인 부분이 아래쪽에 위치함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aphicFrame>
        <p:nvGraphicFramePr>
          <p:cNvPr id="23" name="Table 3">
            <a:extLst>
              <a:ext uri="{FF2B5EF4-FFF2-40B4-BE49-F238E27FC236}">
                <a16:creationId xmlns:a16="http://schemas.microsoft.com/office/drawing/2014/main" id="{923257DC-14CC-F225-D3EB-C87BD7CEB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994433"/>
              </p:ext>
            </p:extLst>
          </p:nvPr>
        </p:nvGraphicFramePr>
        <p:xfrm>
          <a:off x="7440261" y="938843"/>
          <a:ext cx="2107731" cy="2280608"/>
        </p:xfrm>
        <a:graphic>
          <a:graphicData uri="http://schemas.openxmlformats.org/drawingml/2006/table">
            <a:tbl>
              <a:tblPr/>
              <a:tblGrid>
                <a:gridCol w="2107731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2280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6B484F71-1A3A-4C3A-8397-CB5902C5B34C}"/>
              </a:ext>
            </a:extLst>
          </p:cNvPr>
          <p:cNvSpPr txBox="1"/>
          <p:nvPr/>
        </p:nvSpPr>
        <p:spPr>
          <a:xfrm>
            <a:off x="7440261" y="643825"/>
            <a:ext cx="210773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)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피스로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고정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1AC36E-5C4C-43CC-4781-B88FE62465A9}"/>
              </a:ext>
            </a:extLst>
          </p:cNvPr>
          <p:cNvSpPr txBox="1"/>
          <p:nvPr/>
        </p:nvSpPr>
        <p:spPr>
          <a:xfrm>
            <a:off x="7372508" y="3264069"/>
            <a:ext cx="22471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10pin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단자대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개 씻 상단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/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하단 설치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단자대는 붙여서 장착함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소켓 정방향 확인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4BFF0AC6-7DB9-049E-C9E2-0DD1540152E9}"/>
              </a:ext>
            </a:extLst>
          </p:cNvPr>
          <p:cNvGrpSpPr/>
          <p:nvPr/>
        </p:nvGrpSpPr>
        <p:grpSpPr>
          <a:xfrm>
            <a:off x="7621455" y="1057839"/>
            <a:ext cx="1728283" cy="2039025"/>
            <a:chOff x="5558065" y="1268955"/>
            <a:chExt cx="1728283" cy="2039025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5B99FEDD-D269-A7B3-083B-6D930D371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58065" y="1268955"/>
              <a:ext cx="1728283" cy="2039025"/>
            </a:xfrm>
            <a:prstGeom prst="rect">
              <a:avLst/>
            </a:prstGeom>
          </p:spPr>
        </p:pic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24F9D25F-5941-4BD2-77D6-CB40223F3015}"/>
                </a:ext>
              </a:extLst>
            </p:cNvPr>
            <p:cNvSpPr/>
            <p:nvPr/>
          </p:nvSpPr>
          <p:spPr>
            <a:xfrm>
              <a:off x="7009274" y="1950245"/>
              <a:ext cx="97631" cy="97631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FECF1B6B-9F16-9545-3CC6-98CEFFFE0D3B}"/>
                </a:ext>
              </a:extLst>
            </p:cNvPr>
            <p:cNvSpPr/>
            <p:nvPr/>
          </p:nvSpPr>
          <p:spPr>
            <a:xfrm>
              <a:off x="6823537" y="1950245"/>
              <a:ext cx="97631" cy="97631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02F7D4EF-57E6-A44F-1C8E-790D498C1B8A}"/>
                </a:ext>
              </a:extLst>
            </p:cNvPr>
            <p:cNvSpPr/>
            <p:nvPr/>
          </p:nvSpPr>
          <p:spPr>
            <a:xfrm>
              <a:off x="5744832" y="1813981"/>
              <a:ext cx="85724" cy="8572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97AFA9B0-13B2-C9D7-D6A0-852CB356F752}"/>
                </a:ext>
              </a:extLst>
            </p:cNvPr>
            <p:cNvSpPr/>
            <p:nvPr/>
          </p:nvSpPr>
          <p:spPr>
            <a:xfrm>
              <a:off x="5849607" y="1813981"/>
              <a:ext cx="85724" cy="8572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3C1586BE-6BA8-71B4-18DA-F566DC8259EC}"/>
                </a:ext>
              </a:extLst>
            </p:cNvPr>
            <p:cNvSpPr/>
            <p:nvPr/>
          </p:nvSpPr>
          <p:spPr>
            <a:xfrm>
              <a:off x="5744832" y="2116400"/>
              <a:ext cx="85724" cy="8572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51048760-0881-6BAF-7B01-61F4222A99CA}"/>
                </a:ext>
              </a:extLst>
            </p:cNvPr>
            <p:cNvSpPr/>
            <p:nvPr/>
          </p:nvSpPr>
          <p:spPr>
            <a:xfrm>
              <a:off x="5849607" y="2116400"/>
              <a:ext cx="85724" cy="8572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2625615F-8F2B-915A-3B1D-18B02315967A}"/>
                </a:ext>
              </a:extLst>
            </p:cNvPr>
            <p:cNvSpPr/>
            <p:nvPr/>
          </p:nvSpPr>
          <p:spPr>
            <a:xfrm>
              <a:off x="6317124" y="1365250"/>
              <a:ext cx="177800" cy="2728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F8868B3E-5C02-3E5F-637C-95D037FA2015}"/>
                </a:ext>
              </a:extLst>
            </p:cNvPr>
            <p:cNvSpPr/>
            <p:nvPr/>
          </p:nvSpPr>
          <p:spPr>
            <a:xfrm>
              <a:off x="6317124" y="2965450"/>
              <a:ext cx="177800" cy="2728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41" name="Table 3">
            <a:extLst>
              <a:ext uri="{FF2B5EF4-FFF2-40B4-BE49-F238E27FC236}">
                <a16:creationId xmlns:a16="http://schemas.microsoft.com/office/drawing/2014/main" id="{D89077D6-4743-FCC0-043D-F95502CD5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395999"/>
              </p:ext>
            </p:extLst>
          </p:nvPr>
        </p:nvGraphicFramePr>
        <p:xfrm>
          <a:off x="9858878" y="938843"/>
          <a:ext cx="2107731" cy="2280608"/>
        </p:xfrm>
        <a:graphic>
          <a:graphicData uri="http://schemas.openxmlformats.org/drawingml/2006/table">
            <a:tbl>
              <a:tblPr/>
              <a:tblGrid>
                <a:gridCol w="2107731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2280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9695C8D5-50A8-FD50-9B73-DA30CCFECF04}"/>
              </a:ext>
            </a:extLst>
          </p:cNvPr>
          <p:cNvSpPr txBox="1"/>
          <p:nvPr/>
        </p:nvSpPr>
        <p:spPr>
          <a:xfrm>
            <a:off x="9858878" y="643825"/>
            <a:ext cx="210773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5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)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마스킹 테이프 부착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022F65-D6C7-12EB-27C3-88E1B87E0775}"/>
              </a:ext>
            </a:extLst>
          </p:cNvPr>
          <p:cNvSpPr txBox="1"/>
          <p:nvPr/>
        </p:nvSpPr>
        <p:spPr>
          <a:xfrm>
            <a:off x="9814053" y="3264069"/>
            <a:ext cx="22471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단자대는 위쪽에 부착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(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배선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경로 확보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단자대에 밀착해서 부착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소켓 정방향 확인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aphicFrame>
        <p:nvGraphicFramePr>
          <p:cNvPr id="54" name="Table 3">
            <a:extLst>
              <a:ext uri="{FF2B5EF4-FFF2-40B4-BE49-F238E27FC236}">
                <a16:creationId xmlns:a16="http://schemas.microsoft.com/office/drawing/2014/main" id="{CCA1B62F-CB9D-D245-913E-43B740D04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05443"/>
              </p:ext>
            </p:extLst>
          </p:nvPr>
        </p:nvGraphicFramePr>
        <p:xfrm>
          <a:off x="215378" y="3687111"/>
          <a:ext cx="2107731" cy="2485675"/>
        </p:xfrm>
        <a:graphic>
          <a:graphicData uri="http://schemas.openxmlformats.org/drawingml/2006/table">
            <a:tbl>
              <a:tblPr/>
              <a:tblGrid>
                <a:gridCol w="2107731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24856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55E54294-4CB6-26EB-D2F0-6DFAF8942E7F}"/>
              </a:ext>
            </a:extLst>
          </p:cNvPr>
          <p:cNvSpPr txBox="1"/>
          <p:nvPr/>
        </p:nvSpPr>
        <p:spPr>
          <a:xfrm>
            <a:off x="168431" y="3392094"/>
            <a:ext cx="210773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6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)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기기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이름 부착 및 번호 부여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A3C312CA-DB23-F21C-EE9D-0072948A46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6401" y="1072575"/>
            <a:ext cx="1735715" cy="2027935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A5F10B27-7251-CE3D-B4CD-587C52AD88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065" y="3813025"/>
            <a:ext cx="1974538" cy="2238878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54BBC0D6-BE4D-515D-3BFE-398D66FE15A7}"/>
              </a:ext>
            </a:extLst>
          </p:cNvPr>
          <p:cNvSpPr txBox="1"/>
          <p:nvPr/>
        </p:nvSpPr>
        <p:spPr>
          <a:xfrm>
            <a:off x="215378" y="6172786"/>
            <a:ext cx="22471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제어판 기준으로 제일 좌측 먼저 단자대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할당하고</a:t>
            </a: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,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그다음 우측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그다음 가운데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순으로 할당함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892A1DF4-C4CA-BFF9-9F3D-89B218717E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3000" y="4052046"/>
            <a:ext cx="4313318" cy="2520557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32EA8096-4AAE-E208-96D5-4F4715E14C22}"/>
              </a:ext>
            </a:extLst>
          </p:cNvPr>
          <p:cNvSpPr txBox="1"/>
          <p:nvPr/>
        </p:nvSpPr>
        <p:spPr>
          <a:xfrm>
            <a:off x="3208601" y="4740835"/>
            <a:ext cx="240033" cy="226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2P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C95AEA9-7F68-13FD-1607-A0A1931415D2}"/>
              </a:ext>
            </a:extLst>
          </p:cNvPr>
          <p:cNvSpPr txBox="1"/>
          <p:nvPr/>
        </p:nvSpPr>
        <p:spPr>
          <a:xfrm>
            <a:off x="3328617" y="6346012"/>
            <a:ext cx="240033" cy="226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4P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DBA3E42-F175-67B5-9972-4E49D942C8E4}"/>
              </a:ext>
            </a:extLst>
          </p:cNvPr>
          <p:cNvSpPr txBox="1"/>
          <p:nvPr/>
        </p:nvSpPr>
        <p:spPr>
          <a:xfrm>
            <a:off x="3811217" y="4228683"/>
            <a:ext cx="240033" cy="226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4P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CA55766-3201-3446-B2C7-412F40EF1699}"/>
              </a:ext>
            </a:extLst>
          </p:cNvPr>
          <p:cNvSpPr txBox="1"/>
          <p:nvPr/>
        </p:nvSpPr>
        <p:spPr>
          <a:xfrm>
            <a:off x="4051250" y="3943188"/>
            <a:ext cx="819784" cy="211203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L1,L2,L3,E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7BED49F-90E6-6B7B-680E-2BCC2B0B20EC}"/>
              </a:ext>
            </a:extLst>
          </p:cNvPr>
          <p:cNvSpPr txBox="1"/>
          <p:nvPr/>
        </p:nvSpPr>
        <p:spPr>
          <a:xfrm>
            <a:off x="2579198" y="5719710"/>
            <a:ext cx="649925" cy="211203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U,V,W,E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D604A3D-862E-3093-4E07-B22A5A197B38}"/>
              </a:ext>
            </a:extLst>
          </p:cNvPr>
          <p:cNvSpPr txBox="1"/>
          <p:nvPr/>
        </p:nvSpPr>
        <p:spPr>
          <a:xfrm>
            <a:off x="4198567" y="4393783"/>
            <a:ext cx="240033" cy="226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8P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DF43053-E120-80EA-F847-AA2C46E3B8C2}"/>
              </a:ext>
            </a:extLst>
          </p:cNvPr>
          <p:cNvSpPr txBox="1"/>
          <p:nvPr/>
        </p:nvSpPr>
        <p:spPr>
          <a:xfrm>
            <a:off x="4438600" y="4740835"/>
            <a:ext cx="240033" cy="2265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4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P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051E0FD-7287-F92B-A917-F710011D30CC}"/>
              </a:ext>
            </a:extLst>
          </p:cNvPr>
          <p:cNvSpPr txBox="1"/>
          <p:nvPr/>
        </p:nvSpPr>
        <p:spPr>
          <a:xfrm>
            <a:off x="5010287" y="4740835"/>
            <a:ext cx="240033" cy="2265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4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P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6D3AB92-AAD5-629E-C851-639E69FD2457}"/>
              </a:ext>
            </a:extLst>
          </p:cNvPr>
          <p:cNvSpPr txBox="1"/>
          <p:nvPr/>
        </p:nvSpPr>
        <p:spPr>
          <a:xfrm>
            <a:off x="4389067" y="5825312"/>
            <a:ext cx="240033" cy="226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4P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33D3AD5-1DA4-7E80-EB7E-CE05D3A3E25F}"/>
              </a:ext>
            </a:extLst>
          </p:cNvPr>
          <p:cNvSpPr txBox="1"/>
          <p:nvPr/>
        </p:nvSpPr>
        <p:spPr>
          <a:xfrm>
            <a:off x="4751017" y="6269775"/>
            <a:ext cx="240033" cy="226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4P</a:t>
            </a:r>
          </a:p>
        </p:txBody>
      </p:sp>
      <p:graphicFrame>
        <p:nvGraphicFramePr>
          <p:cNvPr id="83" name="Table 3">
            <a:extLst>
              <a:ext uri="{FF2B5EF4-FFF2-40B4-BE49-F238E27FC236}">
                <a16:creationId xmlns:a16="http://schemas.microsoft.com/office/drawing/2014/main" id="{BF0337C9-461C-7498-0E12-89629217E9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659548"/>
              </p:ext>
            </p:extLst>
          </p:nvPr>
        </p:nvGraphicFramePr>
        <p:xfrm>
          <a:off x="222240" y="938843"/>
          <a:ext cx="2107731" cy="1846522"/>
        </p:xfrm>
        <a:graphic>
          <a:graphicData uri="http://schemas.openxmlformats.org/drawingml/2006/table">
            <a:tbl>
              <a:tblPr/>
              <a:tblGrid>
                <a:gridCol w="2107731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18465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TextBox 84">
            <a:extLst>
              <a:ext uri="{FF2B5EF4-FFF2-40B4-BE49-F238E27FC236}">
                <a16:creationId xmlns:a16="http://schemas.microsoft.com/office/drawing/2014/main" id="{6FDC23F2-E52C-2AE0-14A9-3EDED537076F}"/>
              </a:ext>
            </a:extLst>
          </p:cNvPr>
          <p:cNvSpPr txBox="1"/>
          <p:nvPr/>
        </p:nvSpPr>
        <p:spPr>
          <a:xfrm>
            <a:off x="222239" y="643825"/>
            <a:ext cx="2100869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1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단계</a:t>
            </a: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) 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핀 번호 할당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C7F93C2C-01E3-5CF5-1EA3-5589861084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3065" y="1215723"/>
            <a:ext cx="1974538" cy="1196516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9936C6B7-752F-AB32-DB3A-6884F845F0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5035" y="2116400"/>
            <a:ext cx="1215723" cy="1274548"/>
          </a:xfrm>
          <a:prstGeom prst="rect">
            <a:avLst/>
          </a:prstGeom>
        </p:spPr>
      </p:pic>
      <p:sp>
        <p:nvSpPr>
          <p:cNvPr id="91" name="화살표: 왼쪽 90">
            <a:extLst>
              <a:ext uri="{FF2B5EF4-FFF2-40B4-BE49-F238E27FC236}">
                <a16:creationId xmlns:a16="http://schemas.microsoft.com/office/drawing/2014/main" id="{BD64DA6B-97D4-F51A-C3F1-AA19860F4562}"/>
              </a:ext>
            </a:extLst>
          </p:cNvPr>
          <p:cNvSpPr/>
          <p:nvPr/>
        </p:nvSpPr>
        <p:spPr>
          <a:xfrm>
            <a:off x="2462517" y="4740835"/>
            <a:ext cx="471183" cy="831290"/>
          </a:xfrm>
          <a:prstGeom prst="lef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96" name="Table 3">
            <a:extLst>
              <a:ext uri="{FF2B5EF4-FFF2-40B4-BE49-F238E27FC236}">
                <a16:creationId xmlns:a16="http://schemas.microsoft.com/office/drawing/2014/main" id="{336C494B-0F92-3FC3-DA41-C78572AA8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279446"/>
              </p:ext>
            </p:extLst>
          </p:nvPr>
        </p:nvGraphicFramePr>
        <p:xfrm>
          <a:off x="8932274" y="4237177"/>
          <a:ext cx="2107731" cy="1334948"/>
        </p:xfrm>
        <a:graphic>
          <a:graphicData uri="http://schemas.openxmlformats.org/drawingml/2006/table">
            <a:tbl>
              <a:tblPr/>
              <a:tblGrid>
                <a:gridCol w="2107731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13349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7" name="TextBox 96">
            <a:extLst>
              <a:ext uri="{FF2B5EF4-FFF2-40B4-BE49-F238E27FC236}">
                <a16:creationId xmlns:a16="http://schemas.microsoft.com/office/drawing/2014/main" id="{1947CB54-588F-158F-053C-0625A1444A77}"/>
              </a:ext>
            </a:extLst>
          </p:cNvPr>
          <p:cNvSpPr txBox="1"/>
          <p:nvPr/>
        </p:nvSpPr>
        <p:spPr>
          <a:xfrm>
            <a:off x="8885327" y="3942159"/>
            <a:ext cx="210773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8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)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배선 작업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8CD83EA-997F-FD9B-2456-619DDB707E26}"/>
              </a:ext>
            </a:extLst>
          </p:cNvPr>
          <p:cNvSpPr txBox="1"/>
          <p:nvPr/>
        </p:nvSpPr>
        <p:spPr>
          <a:xfrm>
            <a:off x="8932274" y="5630282"/>
            <a:ext cx="22471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1) 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제어판 기준으로 제일 좌측 먼저 단자대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할당하고</a:t>
            </a: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,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그다음 우측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그다음 가운데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순으로 할당함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101" name="그림 100">
            <a:extLst>
              <a:ext uri="{FF2B5EF4-FFF2-40B4-BE49-F238E27FC236}">
                <a16:creationId xmlns:a16="http://schemas.microsoft.com/office/drawing/2014/main" id="{C1742822-8FAC-998B-9E93-CBD164DB7C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28005" y="4381251"/>
            <a:ext cx="1875869" cy="1114673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E48181A7-901D-8651-97AE-C619F3C3E99A}"/>
              </a:ext>
            </a:extLst>
          </p:cNvPr>
          <p:cNvSpPr txBox="1"/>
          <p:nvPr/>
        </p:nvSpPr>
        <p:spPr>
          <a:xfrm>
            <a:off x="8180960" y="4455274"/>
            <a:ext cx="759058" cy="8421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주 파트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    갈색 전체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    흑색 전체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    회색 전체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    녹색 전체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ED6E5B3-79E2-6744-57FB-5BEA3A3A2F3C}"/>
              </a:ext>
            </a:extLst>
          </p:cNvPr>
          <p:cNvSpPr txBox="1"/>
          <p:nvPr/>
        </p:nvSpPr>
        <p:spPr>
          <a:xfrm>
            <a:off x="10799884" y="4203769"/>
            <a:ext cx="759058" cy="226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2)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위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파트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30E538B-CF72-BB68-8D62-5553D7B5268E}"/>
              </a:ext>
            </a:extLst>
          </p:cNvPr>
          <p:cNvSpPr txBox="1"/>
          <p:nvPr/>
        </p:nvSpPr>
        <p:spPr>
          <a:xfrm>
            <a:off x="10903874" y="5458829"/>
            <a:ext cx="759058" cy="226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3)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아래 파트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7B06E37-EAAA-DEFB-7D62-BA3F3147FEA4}"/>
              </a:ext>
            </a:extLst>
          </p:cNvPr>
          <p:cNvSpPr txBox="1"/>
          <p:nvPr/>
        </p:nvSpPr>
        <p:spPr>
          <a:xfrm>
            <a:off x="10993058" y="4700242"/>
            <a:ext cx="759058" cy="534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4)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중간 파트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     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그룹 </a:t>
            </a: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1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     그룹 </a:t>
            </a: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2 …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FF90928-AA29-C234-B7E8-5D420201FA15}"/>
              </a:ext>
            </a:extLst>
          </p:cNvPr>
          <p:cNvSpPr/>
          <p:nvPr/>
        </p:nvSpPr>
        <p:spPr>
          <a:xfrm>
            <a:off x="5487779" y="4372307"/>
            <a:ext cx="149642" cy="1496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0AE3999-B45E-CF1D-7EA9-8FDBDC80F97D}"/>
              </a:ext>
            </a:extLst>
          </p:cNvPr>
          <p:cNvSpPr/>
          <p:nvPr/>
        </p:nvSpPr>
        <p:spPr>
          <a:xfrm>
            <a:off x="7288162" y="4372307"/>
            <a:ext cx="149642" cy="1496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B3FC1CF-1E16-6424-7AAB-870ED9C7B643}"/>
              </a:ext>
            </a:extLst>
          </p:cNvPr>
          <p:cNvSpPr/>
          <p:nvPr/>
        </p:nvSpPr>
        <p:spPr>
          <a:xfrm>
            <a:off x="5487779" y="6346724"/>
            <a:ext cx="149642" cy="1496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0077A8A-1891-AA55-604A-4BA26F44D020}"/>
              </a:ext>
            </a:extLst>
          </p:cNvPr>
          <p:cNvSpPr/>
          <p:nvPr/>
        </p:nvSpPr>
        <p:spPr>
          <a:xfrm>
            <a:off x="7288162" y="6346724"/>
            <a:ext cx="149642" cy="1496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1BAED0-94DC-D3B7-4F21-3D1E0E3EBF78}"/>
              </a:ext>
            </a:extLst>
          </p:cNvPr>
          <p:cNvSpPr txBox="1"/>
          <p:nvPr/>
        </p:nvSpPr>
        <p:spPr>
          <a:xfrm>
            <a:off x="6450583" y="3942159"/>
            <a:ext cx="210773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7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)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나사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개 반쯤 체결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561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C6BD9-07E7-F397-A5C3-BF44D20EF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018D50-7270-90E1-E3C9-1AE82C1ECC54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5B48EAE-1F92-CBD8-3EA5-8F412425EC2F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FFC861F6-5B14-47CC-E790-ABD8DACC63A4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결선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3" name="Text 104">
            <a:extLst>
              <a:ext uri="{FF2B5EF4-FFF2-40B4-BE49-F238E27FC236}">
                <a16:creationId xmlns:a16="http://schemas.microsoft.com/office/drawing/2014/main" id="{0B905BFF-3AE1-D2EC-C886-E7F6BBF29D8B}"/>
              </a:ext>
            </a:extLst>
          </p:cNvPr>
          <p:cNvSpPr/>
          <p:nvPr/>
        </p:nvSpPr>
        <p:spPr>
          <a:xfrm>
            <a:off x="9845675" y="660196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22667D72-5F1D-D7CB-9D09-15538D4E5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403896"/>
              </p:ext>
            </p:extLst>
          </p:nvPr>
        </p:nvGraphicFramePr>
        <p:xfrm>
          <a:off x="169545" y="728147"/>
          <a:ext cx="4464163" cy="3066447"/>
        </p:xfrm>
        <a:graphic>
          <a:graphicData uri="http://schemas.openxmlformats.org/drawingml/2006/table">
            <a:tbl>
              <a:tblPr/>
              <a:tblGrid>
                <a:gridCol w="538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4555">
                  <a:extLst>
                    <a:ext uri="{9D8B030D-6E8A-4147-A177-3AD203B41FA5}">
                      <a16:colId xmlns:a16="http://schemas.microsoft.com/office/drawing/2014/main" val="6298451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charset="0"/>
                        </a:rPr>
                        <a:t>No</a:t>
                      </a:r>
                      <a:endParaRPr lang="en-US" sz="1050" dirty="0">
                        <a:solidFill>
                          <a:schemeClr val="tx1"/>
                        </a:solidFill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와이퍼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스트리퍼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2.5 SQ – 2.0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으로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작업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잘 안되면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1.6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사용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1.5 SQ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–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1.3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으로 작업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896616"/>
                  </a:ext>
                </a:extLst>
              </a:tr>
              <a:tr h="10294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피복 벗기는 양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10mm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단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, </a:t>
                      </a:r>
                      <a:r>
                        <a:rPr lang="en-US" altLang="ko-KR" sz="1050" b="1">
                          <a:solidFill>
                            <a:srgbClr val="0000FF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PB, MCCB</a:t>
                      </a:r>
                      <a:r>
                        <a:rPr lang="ko-KR" altLang="en-US" sz="1050" b="1">
                          <a:solidFill>
                            <a:srgbClr val="0000FF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는 </a:t>
                      </a:r>
                      <a:r>
                        <a:rPr lang="en-US" altLang="ko-KR" sz="1050" b="1">
                          <a:solidFill>
                            <a:srgbClr val="0000FF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10 ~ 15mm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     SS, BZ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는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10mm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로 하되 끝브분을 ㄱ 자로 구부려서 작업</a:t>
                      </a:r>
                      <a:endParaRPr lang="en-US" altLang="ko-KR" sz="10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     Fuse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은 원형 고리를 만들어서 작업</a:t>
                      </a:r>
                      <a:endParaRPr lang="en-US" altLang="ko-KR" sz="10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Saddle</a:t>
                      </a:r>
                      <a:endParaRPr lang="en-US" altLang="ko-KR" sz="1050" dirty="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400mm </a:t>
                      </a: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이하</a:t>
                      </a: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길이는 가운데 </a:t>
                      </a: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</a:t>
                      </a: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개</a:t>
                      </a:r>
                      <a:endParaRPr lang="en-US" altLang="ko-KR" sz="10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일반적으로는 </a:t>
                      </a: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120mm </a:t>
                      </a: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단위로 </a:t>
                      </a: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</a:t>
                      </a: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개씩 컨트롤 박스 덮게 이용 마킹 가능</a:t>
                      </a:r>
                      <a:endParaRPr lang="en-US" altLang="ko-KR" sz="10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종류는 </a:t>
                      </a: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2</a:t>
                      </a: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개 </a:t>
                      </a: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– </a:t>
                      </a: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관용</a:t>
                      </a: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케이블 용</a:t>
                      </a:r>
                      <a:endParaRPr lang="en-US" altLang="ko-KR" sz="1050" dirty="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 (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터미널 블록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4PIN,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10PIN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지급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254594"/>
                  </a:ext>
                </a:extLst>
              </a:tr>
              <a:tr h="32138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SS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SS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는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3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개 단자대에서 잡음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770002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F84D6B8C-7854-11ED-627E-EBE663291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1" y="728147"/>
            <a:ext cx="4646200" cy="47962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217645C-FE55-B6CF-6089-CB6916542A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8617" y="4214667"/>
            <a:ext cx="2391109" cy="208626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AA895FE-06CE-1DFC-5247-887439EEAD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0311" y="3490666"/>
            <a:ext cx="1971950" cy="281026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6245244-52F0-0542-2790-476C17C572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4035" y="782016"/>
            <a:ext cx="2305372" cy="2391109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C0469354-75BC-BB10-8127-E681F043102B}"/>
              </a:ext>
            </a:extLst>
          </p:cNvPr>
          <p:cNvGrpSpPr/>
          <p:nvPr/>
        </p:nvGrpSpPr>
        <p:grpSpPr>
          <a:xfrm>
            <a:off x="10486885" y="4123400"/>
            <a:ext cx="837203" cy="553474"/>
            <a:chOff x="3372867" y="3158605"/>
            <a:chExt cx="837203" cy="55347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95E3217-1CE8-EABB-E423-6E22D4216838}"/>
                </a:ext>
              </a:extLst>
            </p:cNvPr>
            <p:cNvSpPr/>
            <p:nvPr/>
          </p:nvSpPr>
          <p:spPr>
            <a:xfrm>
              <a:off x="3575008" y="3219183"/>
              <a:ext cx="406094" cy="406094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CABB6DB-E003-3980-3949-C8FA065124EF}"/>
                </a:ext>
              </a:extLst>
            </p:cNvPr>
            <p:cNvSpPr/>
            <p:nvPr/>
          </p:nvSpPr>
          <p:spPr>
            <a:xfrm>
              <a:off x="3606803" y="3479933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C6BE262-6071-62BD-C65C-118D9B421EFB}"/>
                </a:ext>
              </a:extLst>
            </p:cNvPr>
            <p:cNvSpPr/>
            <p:nvPr/>
          </p:nvSpPr>
          <p:spPr>
            <a:xfrm>
              <a:off x="3859563" y="3479933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5D6253F-0CFE-F0C1-1AB2-DC6F5C4608C4}"/>
                </a:ext>
              </a:extLst>
            </p:cNvPr>
            <p:cNvSpPr txBox="1"/>
            <p:nvPr/>
          </p:nvSpPr>
          <p:spPr>
            <a:xfrm>
              <a:off x="3384436" y="3573580"/>
              <a:ext cx="15898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N3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13FD4A8-659C-FD7C-9154-AEBCE4551251}"/>
                </a:ext>
              </a:extLst>
            </p:cNvPr>
            <p:cNvSpPr txBox="1"/>
            <p:nvPr/>
          </p:nvSpPr>
          <p:spPr>
            <a:xfrm>
              <a:off x="4018582" y="3455998"/>
              <a:ext cx="19148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O4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9947269-2D59-0661-D910-AD9E71D096CF}"/>
                </a:ext>
              </a:extLst>
            </p:cNvPr>
            <p:cNvSpPr/>
            <p:nvPr/>
          </p:nvSpPr>
          <p:spPr>
            <a:xfrm>
              <a:off x="3606803" y="3263019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5B817CD-AAD3-597B-567F-E4AD0343D58D}"/>
                </a:ext>
              </a:extLst>
            </p:cNvPr>
            <p:cNvSpPr/>
            <p:nvPr/>
          </p:nvSpPr>
          <p:spPr>
            <a:xfrm>
              <a:off x="3859563" y="3263019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5E3B253-1ADF-3507-737A-11A958284CE9}"/>
                </a:ext>
              </a:extLst>
            </p:cNvPr>
            <p:cNvSpPr txBox="1"/>
            <p:nvPr/>
          </p:nvSpPr>
          <p:spPr>
            <a:xfrm>
              <a:off x="3372867" y="3158605"/>
              <a:ext cx="18438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N1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3494B9-82A0-ACCF-A28B-933B40493699}"/>
                </a:ext>
              </a:extLst>
            </p:cNvPr>
            <p:cNvSpPr txBox="1"/>
            <p:nvPr/>
          </p:nvSpPr>
          <p:spPr>
            <a:xfrm>
              <a:off x="4018582" y="3256568"/>
              <a:ext cx="19148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현대산스 Text" panose="020B0600000101010101" pitchFamily="34" charset="-127"/>
                  <a:ea typeface="현대산스 Text" panose="020B0600000101010101" pitchFamily="34" charset="-127"/>
                </a:rPr>
                <a:t>C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2</a:t>
              </a:r>
            </a:p>
          </p:txBody>
        </p:sp>
      </p:grp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3779DA4-8A32-4335-12DA-D50E2B00CD6C}"/>
              </a:ext>
            </a:extLst>
          </p:cNvPr>
          <p:cNvSpPr/>
          <p:nvPr/>
        </p:nvSpPr>
        <p:spPr>
          <a:xfrm rot="16200000">
            <a:off x="10541469" y="4315582"/>
            <a:ext cx="218215" cy="145256"/>
          </a:xfrm>
          <a:custGeom>
            <a:avLst/>
            <a:gdLst>
              <a:gd name="csX0" fmla="*/ 0 w 414338"/>
              <a:gd name="csY0" fmla="*/ 114300 h 142875"/>
              <a:gd name="csX1" fmla="*/ 0 w 414338"/>
              <a:gd name="csY1" fmla="*/ 0 h 142875"/>
              <a:gd name="csX2" fmla="*/ 414338 w 414338"/>
              <a:gd name="csY2" fmla="*/ 0 h 142875"/>
              <a:gd name="csX3" fmla="*/ 414338 w 414338"/>
              <a:gd name="csY3" fmla="*/ 142875 h 142875"/>
              <a:gd name="csX0" fmla="*/ 0 w 414338"/>
              <a:gd name="csY0" fmla="*/ 133350 h 142875"/>
              <a:gd name="csX1" fmla="*/ 0 w 414338"/>
              <a:gd name="csY1" fmla="*/ 0 h 142875"/>
              <a:gd name="csX2" fmla="*/ 414338 w 414338"/>
              <a:gd name="csY2" fmla="*/ 0 h 142875"/>
              <a:gd name="csX3" fmla="*/ 414338 w 414338"/>
              <a:gd name="csY3" fmla="*/ 142875 h 142875"/>
              <a:gd name="csX0" fmla="*/ 4521 w 414338"/>
              <a:gd name="csY0" fmla="*/ 145256 h 145256"/>
              <a:gd name="csX1" fmla="*/ 0 w 414338"/>
              <a:gd name="csY1" fmla="*/ 0 h 145256"/>
              <a:gd name="csX2" fmla="*/ 414338 w 414338"/>
              <a:gd name="csY2" fmla="*/ 0 h 145256"/>
              <a:gd name="csX3" fmla="*/ 414338 w 414338"/>
              <a:gd name="csY3" fmla="*/ 142875 h 145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4338" h="145256">
                <a:moveTo>
                  <a:pt x="4521" y="145256"/>
                </a:moveTo>
                <a:lnTo>
                  <a:pt x="0" y="0"/>
                </a:lnTo>
                <a:lnTo>
                  <a:pt x="414338" y="0"/>
                </a:lnTo>
                <a:lnTo>
                  <a:pt x="414338" y="142875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E2D65A7-CA62-CB73-07FC-DB109DA16AFD}"/>
              </a:ext>
            </a:extLst>
          </p:cNvPr>
          <p:cNvCxnSpPr>
            <a:cxnSpLocks/>
          </p:cNvCxnSpPr>
          <p:nvPr/>
        </p:nvCxnSpPr>
        <p:spPr>
          <a:xfrm flipH="1">
            <a:off x="10314394" y="4249569"/>
            <a:ext cx="406180" cy="0"/>
          </a:xfrm>
          <a:prstGeom prst="lin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760A16C-5B46-486E-9D7F-78A2B09702E9}"/>
              </a:ext>
            </a:extLst>
          </p:cNvPr>
          <p:cNvSpPr txBox="1"/>
          <p:nvPr/>
        </p:nvSpPr>
        <p:spPr>
          <a:xfrm>
            <a:off x="10381039" y="3793942"/>
            <a:ext cx="150616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SS</a:t>
            </a:r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 </a:t>
            </a:r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(</a:t>
            </a:r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셀렉트 스위치</a:t>
            </a:r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)</a:t>
            </a:r>
            <a:endParaRPr lang="ko-KR" altLang="en-US" sz="1050" b="1">
              <a:latin typeface="현대산스 Text" panose="020B0600000101010101" pitchFamily="34" charset="-127"/>
              <a:ea typeface="현대산스 Text" panose="020B0600000101010101" pitchFamily="34" charset="-127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93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B0815-97B7-F9D9-9EC5-F534FD998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타원 63">
            <a:extLst>
              <a:ext uri="{FF2B5EF4-FFF2-40B4-BE49-F238E27FC236}">
                <a16:creationId xmlns:a16="http://schemas.microsoft.com/office/drawing/2014/main" id="{5C0DDD42-D0F0-0F1C-B6BF-8D062DCCDFF8}"/>
              </a:ext>
            </a:extLst>
          </p:cNvPr>
          <p:cNvSpPr/>
          <p:nvPr/>
        </p:nvSpPr>
        <p:spPr>
          <a:xfrm>
            <a:off x="6166095" y="712415"/>
            <a:ext cx="286723" cy="28672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RL</a:t>
            </a:r>
            <a:endParaRPr lang="ko-KR" altLang="en-US" sz="800">
              <a:solidFill>
                <a:schemeClr val="tx1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C51900DA-0D1C-98C1-FDF4-19CBED060DCA}"/>
              </a:ext>
            </a:extLst>
          </p:cNvPr>
          <p:cNvSpPr/>
          <p:nvPr/>
        </p:nvSpPr>
        <p:spPr>
          <a:xfrm>
            <a:off x="6796732" y="712415"/>
            <a:ext cx="286723" cy="28672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GL</a:t>
            </a:r>
            <a:endParaRPr lang="ko-KR" altLang="en-US" sz="800">
              <a:solidFill>
                <a:schemeClr val="tx1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9D83523A-DBA7-2B09-B849-534FA9FDC41A}"/>
              </a:ext>
            </a:extLst>
          </p:cNvPr>
          <p:cNvSpPr/>
          <p:nvPr/>
        </p:nvSpPr>
        <p:spPr>
          <a:xfrm>
            <a:off x="6703522" y="1028452"/>
            <a:ext cx="220367" cy="1822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C0D6AD32-BFF0-E87E-A0ED-146BEFFF6411}"/>
              </a:ext>
            </a:extLst>
          </p:cNvPr>
          <p:cNvSpPr/>
          <p:nvPr/>
        </p:nvSpPr>
        <p:spPr>
          <a:xfrm>
            <a:off x="6947217" y="1028452"/>
            <a:ext cx="220367" cy="1822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F82EFEDD-0A65-6ECA-CBC0-C3132E0D18A3}"/>
              </a:ext>
            </a:extLst>
          </p:cNvPr>
          <p:cNvSpPr/>
          <p:nvPr/>
        </p:nvSpPr>
        <p:spPr>
          <a:xfrm>
            <a:off x="6732585" y="1093670"/>
            <a:ext cx="63500" cy="590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50B2D0F4-6F04-AD37-4910-3498A23AB30D}"/>
              </a:ext>
            </a:extLst>
          </p:cNvPr>
          <p:cNvSpPr/>
          <p:nvPr/>
        </p:nvSpPr>
        <p:spPr>
          <a:xfrm>
            <a:off x="6835605" y="1093670"/>
            <a:ext cx="63500" cy="590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89D4C9BA-B233-A034-C7CA-8647F7266BBD}"/>
              </a:ext>
            </a:extLst>
          </p:cNvPr>
          <p:cNvSpPr/>
          <p:nvPr/>
        </p:nvSpPr>
        <p:spPr>
          <a:xfrm>
            <a:off x="6975792" y="1093670"/>
            <a:ext cx="63500" cy="590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97859DFA-6B52-E0A2-FA58-BE80AB29B39F}"/>
              </a:ext>
            </a:extLst>
          </p:cNvPr>
          <p:cNvSpPr/>
          <p:nvPr/>
        </p:nvSpPr>
        <p:spPr>
          <a:xfrm>
            <a:off x="7078812" y="1093670"/>
            <a:ext cx="63500" cy="590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C92E975E-F14D-ACD2-CADD-E4118E38C0DF}"/>
              </a:ext>
            </a:extLst>
          </p:cNvPr>
          <p:cNvSpPr/>
          <p:nvPr/>
        </p:nvSpPr>
        <p:spPr>
          <a:xfrm>
            <a:off x="6076919" y="1028452"/>
            <a:ext cx="220367" cy="1822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55F1A611-ABF1-ED43-D3FC-28149A8A18C5}"/>
              </a:ext>
            </a:extLst>
          </p:cNvPr>
          <p:cNvSpPr/>
          <p:nvPr/>
        </p:nvSpPr>
        <p:spPr>
          <a:xfrm>
            <a:off x="6320614" y="1028452"/>
            <a:ext cx="220367" cy="1822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052D3D71-D2CB-B6D8-E956-7335C9C11C31}"/>
              </a:ext>
            </a:extLst>
          </p:cNvPr>
          <p:cNvSpPr/>
          <p:nvPr/>
        </p:nvSpPr>
        <p:spPr>
          <a:xfrm>
            <a:off x="6105982" y="1093670"/>
            <a:ext cx="63500" cy="590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78969928-F5BD-D033-D5CA-854CF5F12BB3}"/>
              </a:ext>
            </a:extLst>
          </p:cNvPr>
          <p:cNvSpPr/>
          <p:nvPr/>
        </p:nvSpPr>
        <p:spPr>
          <a:xfrm>
            <a:off x="6209002" y="1093670"/>
            <a:ext cx="63500" cy="590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34E3FE2F-89A4-DEFB-20EE-992194DF48DF}"/>
              </a:ext>
            </a:extLst>
          </p:cNvPr>
          <p:cNvSpPr/>
          <p:nvPr/>
        </p:nvSpPr>
        <p:spPr>
          <a:xfrm>
            <a:off x="6349189" y="1093670"/>
            <a:ext cx="63500" cy="590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2E91AAA-E14A-21A6-11B8-6C5C1379F6BB}"/>
              </a:ext>
            </a:extLst>
          </p:cNvPr>
          <p:cNvSpPr/>
          <p:nvPr/>
        </p:nvSpPr>
        <p:spPr>
          <a:xfrm>
            <a:off x="6452209" y="1093670"/>
            <a:ext cx="63500" cy="590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271049FB-B73E-D7B3-D0FA-A74CD4593847}"/>
              </a:ext>
            </a:extLst>
          </p:cNvPr>
          <p:cNvSpPr/>
          <p:nvPr/>
        </p:nvSpPr>
        <p:spPr>
          <a:xfrm>
            <a:off x="6146154" y="1070585"/>
            <a:ext cx="97938" cy="9793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3011F064-1556-71DD-4A69-F9DEE97B64A9}"/>
              </a:ext>
            </a:extLst>
          </p:cNvPr>
          <p:cNvSpPr/>
          <p:nvPr/>
        </p:nvSpPr>
        <p:spPr>
          <a:xfrm>
            <a:off x="6382150" y="1070585"/>
            <a:ext cx="97938" cy="9793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E084E3B2-F874-62D9-7397-081F96B66797}"/>
              </a:ext>
            </a:extLst>
          </p:cNvPr>
          <p:cNvSpPr/>
          <p:nvPr/>
        </p:nvSpPr>
        <p:spPr>
          <a:xfrm>
            <a:off x="6777311" y="1070585"/>
            <a:ext cx="97938" cy="9793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7C19A003-C870-8F48-F67E-584D4D52A59C}"/>
              </a:ext>
            </a:extLst>
          </p:cNvPr>
          <p:cNvSpPr/>
          <p:nvPr/>
        </p:nvSpPr>
        <p:spPr>
          <a:xfrm>
            <a:off x="7009753" y="1070585"/>
            <a:ext cx="97938" cy="9793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EE006655-ED69-7DEF-B349-842090363436}"/>
              </a:ext>
            </a:extLst>
          </p:cNvPr>
          <p:cNvSpPr/>
          <p:nvPr/>
        </p:nvSpPr>
        <p:spPr>
          <a:xfrm>
            <a:off x="6767669" y="2750264"/>
            <a:ext cx="220367" cy="1822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743D744-1827-5502-1164-5EBF2C23C2D7}"/>
              </a:ext>
            </a:extLst>
          </p:cNvPr>
          <p:cNvSpPr/>
          <p:nvPr/>
        </p:nvSpPr>
        <p:spPr>
          <a:xfrm>
            <a:off x="7011364" y="2750264"/>
            <a:ext cx="220367" cy="1822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30399C9F-4537-A5AD-C91C-276B758F4D81}"/>
              </a:ext>
            </a:extLst>
          </p:cNvPr>
          <p:cNvSpPr/>
          <p:nvPr/>
        </p:nvSpPr>
        <p:spPr>
          <a:xfrm>
            <a:off x="6796732" y="2815482"/>
            <a:ext cx="63500" cy="590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12BC8DF0-833F-6A2F-C1D4-9DA8AD3274F5}"/>
              </a:ext>
            </a:extLst>
          </p:cNvPr>
          <p:cNvSpPr/>
          <p:nvPr/>
        </p:nvSpPr>
        <p:spPr>
          <a:xfrm>
            <a:off x="6899752" y="2815482"/>
            <a:ext cx="63500" cy="590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8C7B9C53-1FA9-BFB7-ACD2-11FB5943B338}"/>
              </a:ext>
            </a:extLst>
          </p:cNvPr>
          <p:cNvSpPr/>
          <p:nvPr/>
        </p:nvSpPr>
        <p:spPr>
          <a:xfrm>
            <a:off x="7039939" y="2815482"/>
            <a:ext cx="63500" cy="590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8F6AF42C-49AE-7C87-08DA-7308D0B7B8E5}"/>
              </a:ext>
            </a:extLst>
          </p:cNvPr>
          <p:cNvSpPr/>
          <p:nvPr/>
        </p:nvSpPr>
        <p:spPr>
          <a:xfrm>
            <a:off x="7142959" y="2815482"/>
            <a:ext cx="63500" cy="590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7D4E96BE-2C91-0AE3-88C6-C34486C43628}"/>
              </a:ext>
            </a:extLst>
          </p:cNvPr>
          <p:cNvSpPr/>
          <p:nvPr/>
        </p:nvSpPr>
        <p:spPr>
          <a:xfrm>
            <a:off x="6141066" y="2750264"/>
            <a:ext cx="220367" cy="1822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E2341530-2C3E-8628-486E-A85B49B3B5B3}"/>
              </a:ext>
            </a:extLst>
          </p:cNvPr>
          <p:cNvSpPr/>
          <p:nvPr/>
        </p:nvSpPr>
        <p:spPr>
          <a:xfrm>
            <a:off x="6384761" y="2750264"/>
            <a:ext cx="220367" cy="1822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9FD33A09-BE5D-2BC7-485D-968BB4C996C0}"/>
              </a:ext>
            </a:extLst>
          </p:cNvPr>
          <p:cNvSpPr/>
          <p:nvPr/>
        </p:nvSpPr>
        <p:spPr>
          <a:xfrm>
            <a:off x="6170129" y="2815482"/>
            <a:ext cx="63500" cy="590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F646CE92-225A-5669-8BCD-E7E0D73225EB}"/>
              </a:ext>
            </a:extLst>
          </p:cNvPr>
          <p:cNvSpPr/>
          <p:nvPr/>
        </p:nvSpPr>
        <p:spPr>
          <a:xfrm>
            <a:off x="6273149" y="2815482"/>
            <a:ext cx="63500" cy="590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42ACA561-C862-7245-12A3-DA68FF624081}"/>
              </a:ext>
            </a:extLst>
          </p:cNvPr>
          <p:cNvSpPr/>
          <p:nvPr/>
        </p:nvSpPr>
        <p:spPr>
          <a:xfrm>
            <a:off x="6413336" y="2815482"/>
            <a:ext cx="63500" cy="590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4900CB51-466C-1F40-7DDB-EA504914D36E}"/>
              </a:ext>
            </a:extLst>
          </p:cNvPr>
          <p:cNvSpPr/>
          <p:nvPr/>
        </p:nvSpPr>
        <p:spPr>
          <a:xfrm>
            <a:off x="6516356" y="2815482"/>
            <a:ext cx="63500" cy="590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6AF23BC-C043-61A3-B3C2-9D41A8D963F4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21266D-512C-0485-1E74-57522A0E2547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E3FF4287-46B8-DC14-B633-F0CC13BA8376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결선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3" name="Text 104">
            <a:extLst>
              <a:ext uri="{FF2B5EF4-FFF2-40B4-BE49-F238E27FC236}">
                <a16:creationId xmlns:a16="http://schemas.microsoft.com/office/drawing/2014/main" id="{02A64EFB-529B-5DB8-B3BD-1BA6510074B9}"/>
              </a:ext>
            </a:extLst>
          </p:cNvPr>
          <p:cNvSpPr/>
          <p:nvPr/>
        </p:nvSpPr>
        <p:spPr>
          <a:xfrm>
            <a:off x="9845675" y="660196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D7839E-28BD-481B-3138-80DAD0C80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54" y="712416"/>
            <a:ext cx="3752725" cy="268996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941335B-D15F-4477-9B8E-A0D266B7A90B}"/>
              </a:ext>
            </a:extLst>
          </p:cNvPr>
          <p:cNvSpPr txBox="1"/>
          <p:nvPr/>
        </p:nvSpPr>
        <p:spPr>
          <a:xfrm>
            <a:off x="1399607" y="2610534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2</a:t>
            </a:r>
            <a:endParaRPr lang="ko-KR" altLang="en-US" sz="9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FE0982-1B31-A9A8-4AEC-FC6F970FC9EF}"/>
              </a:ext>
            </a:extLst>
          </p:cNvPr>
          <p:cNvSpPr txBox="1"/>
          <p:nvPr/>
        </p:nvSpPr>
        <p:spPr>
          <a:xfrm>
            <a:off x="1399607" y="3016934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7</a:t>
            </a:r>
            <a:endParaRPr lang="ko-KR" altLang="en-US" sz="9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1E0530-4528-6D58-0745-52233BB89686}"/>
              </a:ext>
            </a:extLst>
          </p:cNvPr>
          <p:cNvSpPr txBox="1"/>
          <p:nvPr/>
        </p:nvSpPr>
        <p:spPr>
          <a:xfrm>
            <a:off x="2656907" y="261053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A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533E3C-65FA-D57C-AAC1-DBD3466E1ADC}"/>
              </a:ext>
            </a:extLst>
          </p:cNvPr>
          <p:cNvSpPr txBox="1"/>
          <p:nvPr/>
        </p:nvSpPr>
        <p:spPr>
          <a:xfrm>
            <a:off x="2656907" y="3016934"/>
            <a:ext cx="2407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B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1F4C24-EEC7-18E8-1419-EB443E369081}"/>
              </a:ext>
            </a:extLst>
          </p:cNvPr>
          <p:cNvSpPr txBox="1"/>
          <p:nvPr/>
        </p:nvSpPr>
        <p:spPr>
          <a:xfrm>
            <a:off x="3241107" y="2610534"/>
            <a:ext cx="2407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B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CEB753-CE45-18A5-130F-B81608566567}"/>
              </a:ext>
            </a:extLst>
          </p:cNvPr>
          <p:cNvSpPr txBox="1"/>
          <p:nvPr/>
        </p:nvSpPr>
        <p:spPr>
          <a:xfrm>
            <a:off x="3241107" y="301693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A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53C02E-3DD1-9A1C-4390-F18A46D3C2CB}"/>
              </a:ext>
            </a:extLst>
          </p:cNvPr>
          <p:cNvSpPr txBox="1"/>
          <p:nvPr/>
        </p:nvSpPr>
        <p:spPr>
          <a:xfrm>
            <a:off x="732857" y="118178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A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88625E-D9CC-9293-4D5F-37961D60264E}"/>
              </a:ext>
            </a:extLst>
          </p:cNvPr>
          <p:cNvSpPr txBox="1"/>
          <p:nvPr/>
        </p:nvSpPr>
        <p:spPr>
          <a:xfrm>
            <a:off x="1221807" y="1181784"/>
            <a:ext cx="2407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B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F0A43A-6EA2-8578-9F8E-DE81784DB6E0}"/>
              </a:ext>
            </a:extLst>
          </p:cNvPr>
          <p:cNvSpPr txBox="1"/>
          <p:nvPr/>
        </p:nvSpPr>
        <p:spPr>
          <a:xfrm>
            <a:off x="1399607" y="153738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A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53ABE1-F5F4-D75F-C73E-372C786E8DC6}"/>
              </a:ext>
            </a:extLst>
          </p:cNvPr>
          <p:cNvSpPr txBox="1"/>
          <p:nvPr/>
        </p:nvSpPr>
        <p:spPr>
          <a:xfrm>
            <a:off x="1399607" y="1943784"/>
            <a:ext cx="2407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B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EB46D8-BE3C-411F-1AE1-A6C6E96C5C8C}"/>
              </a:ext>
            </a:extLst>
          </p:cNvPr>
          <p:cNvSpPr txBox="1"/>
          <p:nvPr/>
        </p:nvSpPr>
        <p:spPr>
          <a:xfrm>
            <a:off x="2417563" y="1151007"/>
            <a:ext cx="3834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>
                <a:solidFill>
                  <a:srgbClr val="C000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공통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E62235-0123-37C5-AAF2-06F16EB36B75}"/>
              </a:ext>
            </a:extLst>
          </p:cNvPr>
          <p:cNvSpPr txBox="1"/>
          <p:nvPr/>
        </p:nvSpPr>
        <p:spPr>
          <a:xfrm>
            <a:off x="2091757" y="153738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1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074129D-0FC7-E3DE-D35C-46AB63A065E7}"/>
              </a:ext>
            </a:extLst>
          </p:cNvPr>
          <p:cNvSpPr txBox="1"/>
          <p:nvPr/>
        </p:nvSpPr>
        <p:spPr>
          <a:xfrm>
            <a:off x="2091757" y="1943784"/>
            <a:ext cx="2407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3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ACF2D0-C25D-F8D4-6B03-B9594734C51A}"/>
              </a:ext>
            </a:extLst>
          </p:cNvPr>
          <p:cNvSpPr txBox="1"/>
          <p:nvPr/>
        </p:nvSpPr>
        <p:spPr>
          <a:xfrm>
            <a:off x="2728240" y="153738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1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D18B45-4DF8-5E8A-66C4-4D937D0F2325}"/>
              </a:ext>
            </a:extLst>
          </p:cNvPr>
          <p:cNvSpPr txBox="1"/>
          <p:nvPr/>
        </p:nvSpPr>
        <p:spPr>
          <a:xfrm>
            <a:off x="2728240" y="1943784"/>
            <a:ext cx="2407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4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0A1BBD-524D-3591-3EA1-0AA58DFCFE06}"/>
              </a:ext>
            </a:extLst>
          </p:cNvPr>
          <p:cNvSpPr txBox="1"/>
          <p:nvPr/>
        </p:nvSpPr>
        <p:spPr>
          <a:xfrm>
            <a:off x="3241107" y="153738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8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1B9C45-7CFA-A659-46F6-28CA12A50A34}"/>
              </a:ext>
            </a:extLst>
          </p:cNvPr>
          <p:cNvSpPr txBox="1"/>
          <p:nvPr/>
        </p:nvSpPr>
        <p:spPr>
          <a:xfrm>
            <a:off x="3241107" y="1943784"/>
            <a:ext cx="2407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6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7AA94814-8BD1-83ED-1DD1-33D7AA354E83}"/>
              </a:ext>
            </a:extLst>
          </p:cNvPr>
          <p:cNvSpPr/>
          <p:nvPr/>
        </p:nvSpPr>
        <p:spPr>
          <a:xfrm>
            <a:off x="6249821" y="3000115"/>
            <a:ext cx="286723" cy="28672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PB0</a:t>
            </a:r>
            <a:endParaRPr lang="ko-KR" altLang="en-US" sz="800">
              <a:solidFill>
                <a:schemeClr val="tx1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0686025E-276E-3A28-749C-3B0560950498}"/>
              </a:ext>
            </a:extLst>
          </p:cNvPr>
          <p:cNvSpPr/>
          <p:nvPr/>
        </p:nvSpPr>
        <p:spPr>
          <a:xfrm>
            <a:off x="6856236" y="3000115"/>
            <a:ext cx="286723" cy="286723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PB1</a:t>
            </a:r>
            <a:endParaRPr lang="ko-KR" altLang="en-US" sz="800">
              <a:solidFill>
                <a:schemeClr val="tx1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AFF46D4-9DB1-1DC1-22DC-55EE1F1C7659}"/>
              </a:ext>
            </a:extLst>
          </p:cNvPr>
          <p:cNvSpPr/>
          <p:nvPr/>
        </p:nvSpPr>
        <p:spPr>
          <a:xfrm>
            <a:off x="4502150" y="828416"/>
            <a:ext cx="222250" cy="222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9A00B47C-B7A7-A2DB-B375-99C6BA4710C3}"/>
              </a:ext>
            </a:extLst>
          </p:cNvPr>
          <p:cNvSpPr/>
          <p:nvPr/>
        </p:nvSpPr>
        <p:spPr>
          <a:xfrm>
            <a:off x="6117738" y="1761580"/>
            <a:ext cx="220367" cy="1822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A39C771-870C-3D4A-912F-0DBE3192F656}"/>
              </a:ext>
            </a:extLst>
          </p:cNvPr>
          <p:cNvSpPr/>
          <p:nvPr/>
        </p:nvSpPr>
        <p:spPr>
          <a:xfrm>
            <a:off x="6361433" y="1761580"/>
            <a:ext cx="220367" cy="1822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DA064FC9-5339-151E-600B-17E38783AF17}"/>
              </a:ext>
            </a:extLst>
          </p:cNvPr>
          <p:cNvSpPr/>
          <p:nvPr/>
        </p:nvSpPr>
        <p:spPr>
          <a:xfrm>
            <a:off x="6629400" y="1761580"/>
            <a:ext cx="220367" cy="1822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4924FEC-CD5E-6594-179C-286157FF65EF}"/>
              </a:ext>
            </a:extLst>
          </p:cNvPr>
          <p:cNvSpPr/>
          <p:nvPr/>
        </p:nvSpPr>
        <p:spPr>
          <a:xfrm>
            <a:off x="6880250" y="1761580"/>
            <a:ext cx="220367" cy="1822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7928F69-BA7A-1984-829E-F01C30A6A8BD}"/>
              </a:ext>
            </a:extLst>
          </p:cNvPr>
          <p:cNvSpPr/>
          <p:nvPr/>
        </p:nvSpPr>
        <p:spPr>
          <a:xfrm>
            <a:off x="6117738" y="2206080"/>
            <a:ext cx="220367" cy="1822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7FD5B1F-84FD-B27A-F558-13ABF917EE82}"/>
              </a:ext>
            </a:extLst>
          </p:cNvPr>
          <p:cNvSpPr/>
          <p:nvPr/>
        </p:nvSpPr>
        <p:spPr>
          <a:xfrm>
            <a:off x="6361433" y="2206080"/>
            <a:ext cx="220367" cy="1822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8728749-7D97-B647-0511-73D12D1153B8}"/>
              </a:ext>
            </a:extLst>
          </p:cNvPr>
          <p:cNvSpPr/>
          <p:nvPr/>
        </p:nvSpPr>
        <p:spPr>
          <a:xfrm>
            <a:off x="6629400" y="2206080"/>
            <a:ext cx="220367" cy="1822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BC0D493-3FF0-00CB-600F-591B7D8A0178}"/>
              </a:ext>
            </a:extLst>
          </p:cNvPr>
          <p:cNvSpPr/>
          <p:nvPr/>
        </p:nvSpPr>
        <p:spPr>
          <a:xfrm>
            <a:off x="6880250" y="2206080"/>
            <a:ext cx="220367" cy="1822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DD5C4444-D4AE-DA0C-C218-1DBE5AF69C65}"/>
              </a:ext>
            </a:extLst>
          </p:cNvPr>
          <p:cNvSpPr/>
          <p:nvPr/>
        </p:nvSpPr>
        <p:spPr>
          <a:xfrm>
            <a:off x="6146801" y="1826798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1ECC85A5-8CEE-3728-5AD2-566D2CC50CAD}"/>
              </a:ext>
            </a:extLst>
          </p:cNvPr>
          <p:cNvSpPr/>
          <p:nvPr/>
        </p:nvSpPr>
        <p:spPr>
          <a:xfrm>
            <a:off x="6249821" y="1826798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559EC6F6-D586-CABF-33F3-C30E447F5F5F}"/>
              </a:ext>
            </a:extLst>
          </p:cNvPr>
          <p:cNvSpPr/>
          <p:nvPr/>
        </p:nvSpPr>
        <p:spPr>
          <a:xfrm>
            <a:off x="6393183" y="1826798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9631128-7A91-6981-71F7-8A2452070A6E}"/>
              </a:ext>
            </a:extLst>
          </p:cNvPr>
          <p:cNvSpPr/>
          <p:nvPr/>
        </p:nvSpPr>
        <p:spPr>
          <a:xfrm>
            <a:off x="6496203" y="1826798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59CC2B6B-98D7-74E2-6A0D-EF27D8994FC3}"/>
              </a:ext>
            </a:extLst>
          </p:cNvPr>
          <p:cNvSpPr/>
          <p:nvPr/>
        </p:nvSpPr>
        <p:spPr>
          <a:xfrm>
            <a:off x="6659551" y="1826798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0368F82-1AD1-A414-593B-5FD5E6757C42}"/>
              </a:ext>
            </a:extLst>
          </p:cNvPr>
          <p:cNvSpPr/>
          <p:nvPr/>
        </p:nvSpPr>
        <p:spPr>
          <a:xfrm>
            <a:off x="6762571" y="1826798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38D9CEA0-793E-A6E4-E15D-75F2C8F6C782}"/>
              </a:ext>
            </a:extLst>
          </p:cNvPr>
          <p:cNvSpPr/>
          <p:nvPr/>
        </p:nvSpPr>
        <p:spPr>
          <a:xfrm>
            <a:off x="6909441" y="1826798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76551ED-1D04-11F4-E06E-DB2E0D8DECBE}"/>
              </a:ext>
            </a:extLst>
          </p:cNvPr>
          <p:cNvSpPr/>
          <p:nvPr/>
        </p:nvSpPr>
        <p:spPr>
          <a:xfrm>
            <a:off x="7012461" y="1826798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ACB0B0B9-26EF-0B95-4428-CA38F264740F}"/>
              </a:ext>
            </a:extLst>
          </p:cNvPr>
          <p:cNvSpPr/>
          <p:nvPr/>
        </p:nvSpPr>
        <p:spPr>
          <a:xfrm>
            <a:off x="6146801" y="2268123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D2352D04-0B96-FEE1-0550-B51355F19022}"/>
              </a:ext>
            </a:extLst>
          </p:cNvPr>
          <p:cNvSpPr/>
          <p:nvPr/>
        </p:nvSpPr>
        <p:spPr>
          <a:xfrm>
            <a:off x="6249821" y="2268123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5EA5DD0-D61E-5756-7082-B9AE04BCEBCA}"/>
              </a:ext>
            </a:extLst>
          </p:cNvPr>
          <p:cNvSpPr/>
          <p:nvPr/>
        </p:nvSpPr>
        <p:spPr>
          <a:xfrm>
            <a:off x="6393183" y="2268123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E841148-D477-F564-B362-A81ED9E65EF3}"/>
              </a:ext>
            </a:extLst>
          </p:cNvPr>
          <p:cNvSpPr/>
          <p:nvPr/>
        </p:nvSpPr>
        <p:spPr>
          <a:xfrm>
            <a:off x="6496203" y="2268123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D647449A-C505-F7FF-E899-BAD040EE2EAF}"/>
              </a:ext>
            </a:extLst>
          </p:cNvPr>
          <p:cNvSpPr/>
          <p:nvPr/>
        </p:nvSpPr>
        <p:spPr>
          <a:xfrm>
            <a:off x="6659551" y="2268123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D0149AED-2777-BFCB-6DA8-CFF843AA964F}"/>
              </a:ext>
            </a:extLst>
          </p:cNvPr>
          <p:cNvSpPr/>
          <p:nvPr/>
        </p:nvSpPr>
        <p:spPr>
          <a:xfrm>
            <a:off x="6762571" y="2268123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30368A5-FDE2-8A50-8054-3622C21CB79C}"/>
              </a:ext>
            </a:extLst>
          </p:cNvPr>
          <p:cNvSpPr/>
          <p:nvPr/>
        </p:nvSpPr>
        <p:spPr>
          <a:xfrm>
            <a:off x="6909441" y="2268123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89A3141C-BA93-AA2C-F606-558341A54AC7}"/>
              </a:ext>
            </a:extLst>
          </p:cNvPr>
          <p:cNvSpPr/>
          <p:nvPr/>
        </p:nvSpPr>
        <p:spPr>
          <a:xfrm>
            <a:off x="7012461" y="2268123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662BE47C-A2FB-50AE-9277-EDEF432C6A78}"/>
              </a:ext>
            </a:extLst>
          </p:cNvPr>
          <p:cNvSpPr/>
          <p:nvPr/>
        </p:nvSpPr>
        <p:spPr>
          <a:xfrm>
            <a:off x="4827267" y="828416"/>
            <a:ext cx="222250" cy="222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-</a:t>
            </a:r>
            <a:endParaRPr lang="ko-KR" altLang="en-US"/>
          </a:p>
        </p:txBody>
      </p: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0F2BFDD5-1A14-D81C-C8C9-9D4BC5940A55}"/>
              </a:ext>
            </a:extLst>
          </p:cNvPr>
          <p:cNvCxnSpPr>
            <a:cxnSpLocks/>
            <a:stCxn id="66" idx="2"/>
            <a:endCxn id="147" idx="1"/>
          </p:cNvCxnSpPr>
          <p:nvPr/>
        </p:nvCxnSpPr>
        <p:spPr>
          <a:xfrm rot="16200000" flipH="1">
            <a:off x="4494532" y="1169409"/>
            <a:ext cx="1794340" cy="1556854"/>
          </a:xfrm>
          <a:prstGeom prst="bentConnector2">
            <a:avLst/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A61C87BE-5684-61D9-DAC0-A8160C4EC739}"/>
              </a:ext>
            </a:extLst>
          </p:cNvPr>
          <p:cNvCxnSpPr>
            <a:cxnSpLocks/>
            <a:stCxn id="87" idx="2"/>
            <a:endCxn id="88" idx="2"/>
          </p:cNvCxnSpPr>
          <p:nvPr/>
        </p:nvCxnSpPr>
        <p:spPr>
          <a:xfrm rot="16200000" flipH="1">
            <a:off x="6609627" y="2245496"/>
            <a:ext cx="12700" cy="163348"/>
          </a:xfrm>
          <a:prstGeom prst="bentConnector3">
            <a:avLst>
              <a:gd name="adj1" fmla="val 1800000"/>
            </a:avLst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타원 102">
            <a:extLst>
              <a:ext uri="{FF2B5EF4-FFF2-40B4-BE49-F238E27FC236}">
                <a16:creationId xmlns:a16="http://schemas.microsoft.com/office/drawing/2014/main" id="{6EF1BED5-2DD6-D499-CDE6-0C75C89AC6C3}"/>
              </a:ext>
            </a:extLst>
          </p:cNvPr>
          <p:cNvSpPr/>
          <p:nvPr/>
        </p:nvSpPr>
        <p:spPr>
          <a:xfrm>
            <a:off x="732857" y="1331039"/>
            <a:ext cx="114300" cy="10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E8421BA3-6B5D-E25B-5D22-9DC94B5383D8}"/>
              </a:ext>
            </a:extLst>
          </p:cNvPr>
          <p:cNvSpPr/>
          <p:nvPr/>
        </p:nvSpPr>
        <p:spPr>
          <a:xfrm>
            <a:off x="1581625" y="1486584"/>
            <a:ext cx="114300" cy="10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9F1B9D9C-9A1A-889A-BFC4-DEF852E3D2BC}"/>
              </a:ext>
            </a:extLst>
          </p:cNvPr>
          <p:cNvSpPr/>
          <p:nvPr/>
        </p:nvSpPr>
        <p:spPr>
          <a:xfrm>
            <a:off x="2256329" y="1435784"/>
            <a:ext cx="114300" cy="10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38F152D2-343A-ACD5-C396-5663B0274DB6}"/>
              </a:ext>
            </a:extLst>
          </p:cNvPr>
          <p:cNvSpPr/>
          <p:nvPr/>
        </p:nvSpPr>
        <p:spPr>
          <a:xfrm>
            <a:off x="3381546" y="1435784"/>
            <a:ext cx="114300" cy="10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DBAB55C2-4EE9-4011-F13B-D81B66DB84AD}"/>
              </a:ext>
            </a:extLst>
          </p:cNvPr>
          <p:cNvSpPr/>
          <p:nvPr/>
        </p:nvSpPr>
        <p:spPr>
          <a:xfrm>
            <a:off x="2855979" y="3073627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0BBE0B8A-42FA-2003-10EB-AEA65E54DCC5}"/>
              </a:ext>
            </a:extLst>
          </p:cNvPr>
          <p:cNvSpPr/>
          <p:nvPr/>
        </p:nvSpPr>
        <p:spPr>
          <a:xfrm>
            <a:off x="1591243" y="2542916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7FE6AD54-1007-C120-FB9E-4EAADE6BDBB1}"/>
              </a:ext>
            </a:extLst>
          </p:cNvPr>
          <p:cNvSpPr/>
          <p:nvPr/>
        </p:nvSpPr>
        <p:spPr>
          <a:xfrm>
            <a:off x="2886246" y="2409566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F97DB4B7-6F1B-F97F-D089-DD1D5863666C}"/>
              </a:ext>
            </a:extLst>
          </p:cNvPr>
          <p:cNvSpPr/>
          <p:nvPr/>
        </p:nvSpPr>
        <p:spPr>
          <a:xfrm>
            <a:off x="1932479" y="1331039"/>
            <a:ext cx="114300" cy="10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7C2783BC-BCD2-97F3-B8D4-AE7FA21B74AB}"/>
              </a:ext>
            </a:extLst>
          </p:cNvPr>
          <p:cNvSpPr/>
          <p:nvPr/>
        </p:nvSpPr>
        <p:spPr>
          <a:xfrm>
            <a:off x="2728240" y="1341507"/>
            <a:ext cx="114300" cy="10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46280417-CA2F-8283-A709-B320654B6FD2}"/>
              </a:ext>
            </a:extLst>
          </p:cNvPr>
          <p:cNvSpPr/>
          <p:nvPr/>
        </p:nvSpPr>
        <p:spPr>
          <a:xfrm>
            <a:off x="1357236" y="1338362"/>
            <a:ext cx="114300" cy="10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82B06B09-ED74-DC14-0FB9-34BB3ED83AA8}"/>
              </a:ext>
            </a:extLst>
          </p:cNvPr>
          <p:cNvSpPr/>
          <p:nvPr/>
        </p:nvSpPr>
        <p:spPr>
          <a:xfrm>
            <a:off x="2897679" y="1435784"/>
            <a:ext cx="114300" cy="10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연결선: 꺾임 120">
            <a:extLst>
              <a:ext uri="{FF2B5EF4-FFF2-40B4-BE49-F238E27FC236}">
                <a16:creationId xmlns:a16="http://schemas.microsoft.com/office/drawing/2014/main" id="{BE0EB3AB-2DB9-030A-B525-10654AD0FE84}"/>
              </a:ext>
            </a:extLst>
          </p:cNvPr>
          <p:cNvCxnSpPr>
            <a:cxnSpLocks/>
            <a:stCxn id="92" idx="2"/>
            <a:endCxn id="84" idx="2"/>
          </p:cNvCxnSpPr>
          <p:nvPr/>
        </p:nvCxnSpPr>
        <p:spPr>
          <a:xfrm rot="16200000" flipH="1">
            <a:off x="4920219" y="1068838"/>
            <a:ext cx="1276504" cy="1240159"/>
          </a:xfrm>
          <a:prstGeom prst="bentConnector3">
            <a:avLst>
              <a:gd name="adj1" fmla="val 117908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타원 125">
            <a:extLst>
              <a:ext uri="{FF2B5EF4-FFF2-40B4-BE49-F238E27FC236}">
                <a16:creationId xmlns:a16="http://schemas.microsoft.com/office/drawing/2014/main" id="{F770D279-9FDE-544A-3714-8E8C6B942FDE}"/>
              </a:ext>
            </a:extLst>
          </p:cNvPr>
          <p:cNvSpPr/>
          <p:nvPr/>
        </p:nvSpPr>
        <p:spPr>
          <a:xfrm>
            <a:off x="3424729" y="3115388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9487841C-93B5-3CA3-68BF-EAADE8202E92}"/>
              </a:ext>
            </a:extLst>
          </p:cNvPr>
          <p:cNvSpPr/>
          <p:nvPr/>
        </p:nvSpPr>
        <p:spPr>
          <a:xfrm>
            <a:off x="3133632" y="3196966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5898D5FF-6F10-2802-62A0-27F45103F62C}"/>
              </a:ext>
            </a:extLst>
          </p:cNvPr>
          <p:cNvSpPr/>
          <p:nvPr/>
        </p:nvSpPr>
        <p:spPr>
          <a:xfrm>
            <a:off x="1591243" y="3073627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AAD318C8-91C3-3003-4EBD-0E27318AF8F3}"/>
              </a:ext>
            </a:extLst>
          </p:cNvPr>
          <p:cNvCxnSpPr>
            <a:cxnSpLocks/>
            <a:stCxn id="84" idx="1"/>
            <a:endCxn id="188" idx="2"/>
          </p:cNvCxnSpPr>
          <p:nvPr/>
        </p:nvCxnSpPr>
        <p:spPr>
          <a:xfrm rot="10800000" flipH="1">
            <a:off x="6146801" y="1152717"/>
            <a:ext cx="234138" cy="1144930"/>
          </a:xfrm>
          <a:prstGeom prst="bentConnector4">
            <a:avLst>
              <a:gd name="adj1" fmla="val -97635"/>
              <a:gd name="adj2" fmla="val 69591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타원 132">
            <a:extLst>
              <a:ext uri="{FF2B5EF4-FFF2-40B4-BE49-F238E27FC236}">
                <a16:creationId xmlns:a16="http://schemas.microsoft.com/office/drawing/2014/main" id="{C7EE001B-23F9-B981-EA82-0BA3B7EF20DA}"/>
              </a:ext>
            </a:extLst>
          </p:cNvPr>
          <p:cNvSpPr/>
          <p:nvPr/>
        </p:nvSpPr>
        <p:spPr>
          <a:xfrm>
            <a:off x="2199179" y="3185238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자유형: 도형 133">
            <a:extLst>
              <a:ext uri="{FF2B5EF4-FFF2-40B4-BE49-F238E27FC236}">
                <a16:creationId xmlns:a16="http://schemas.microsoft.com/office/drawing/2014/main" id="{1FDED555-9122-8D25-6B7E-449D1AE28EA3}"/>
              </a:ext>
            </a:extLst>
          </p:cNvPr>
          <p:cNvSpPr/>
          <p:nvPr/>
        </p:nvSpPr>
        <p:spPr>
          <a:xfrm>
            <a:off x="7042150" y="1647566"/>
            <a:ext cx="266700" cy="863600"/>
          </a:xfrm>
          <a:custGeom>
            <a:avLst/>
            <a:gdLst>
              <a:gd name="csX0" fmla="*/ 0 w 266700"/>
              <a:gd name="csY0" fmla="*/ 171450 h 863600"/>
              <a:gd name="csX1" fmla="*/ 0 w 266700"/>
              <a:gd name="csY1" fmla="*/ 0 h 863600"/>
              <a:gd name="csX2" fmla="*/ 266700 w 266700"/>
              <a:gd name="csY2" fmla="*/ 0 h 863600"/>
              <a:gd name="csX3" fmla="*/ 266700 w 266700"/>
              <a:gd name="csY3" fmla="*/ 863600 h 863600"/>
              <a:gd name="csX4" fmla="*/ 0 w 266700"/>
              <a:gd name="csY4" fmla="*/ 863600 h 863600"/>
              <a:gd name="csX5" fmla="*/ 0 w 266700"/>
              <a:gd name="csY5" fmla="*/ 67945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66700" h="863600">
                <a:moveTo>
                  <a:pt x="0" y="171450"/>
                </a:moveTo>
                <a:lnTo>
                  <a:pt x="0" y="0"/>
                </a:lnTo>
                <a:lnTo>
                  <a:pt x="266700" y="0"/>
                </a:lnTo>
                <a:lnTo>
                  <a:pt x="266700" y="863600"/>
                </a:lnTo>
                <a:lnTo>
                  <a:pt x="0" y="863600"/>
                </a:lnTo>
                <a:lnTo>
                  <a:pt x="0" y="679450"/>
                </a:lnTo>
              </a:path>
            </a:pathLst>
          </a:cu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E04916B4-46E9-E8A3-2AC0-05596F879F0F}"/>
              </a:ext>
            </a:extLst>
          </p:cNvPr>
          <p:cNvSpPr/>
          <p:nvPr/>
        </p:nvSpPr>
        <p:spPr>
          <a:xfrm>
            <a:off x="1989629" y="2337638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CC847A85-2719-7B88-01C6-A8AC7FACD2ED}"/>
              </a:ext>
            </a:extLst>
          </p:cNvPr>
          <p:cNvSpPr/>
          <p:nvPr/>
        </p:nvSpPr>
        <p:spPr>
          <a:xfrm>
            <a:off x="1581625" y="2155280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자유형: 도형 137">
            <a:extLst>
              <a:ext uri="{FF2B5EF4-FFF2-40B4-BE49-F238E27FC236}">
                <a16:creationId xmlns:a16="http://schemas.microsoft.com/office/drawing/2014/main" id="{159449E5-53F1-5D2F-9D04-2C357A2AD534}"/>
              </a:ext>
            </a:extLst>
          </p:cNvPr>
          <p:cNvSpPr/>
          <p:nvPr/>
        </p:nvSpPr>
        <p:spPr>
          <a:xfrm>
            <a:off x="6244092" y="1171316"/>
            <a:ext cx="455158" cy="654050"/>
          </a:xfrm>
          <a:custGeom>
            <a:avLst/>
            <a:gdLst>
              <a:gd name="csX0" fmla="*/ 0 w 412750"/>
              <a:gd name="csY0" fmla="*/ 0 h 654050"/>
              <a:gd name="csX1" fmla="*/ 0 w 412750"/>
              <a:gd name="csY1" fmla="*/ 457200 h 654050"/>
              <a:gd name="csX2" fmla="*/ 412750 w 412750"/>
              <a:gd name="csY2" fmla="*/ 457200 h 654050"/>
              <a:gd name="csX3" fmla="*/ 412750 w 412750"/>
              <a:gd name="csY3" fmla="*/ 654050 h 654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2750" h="654050">
                <a:moveTo>
                  <a:pt x="0" y="0"/>
                </a:moveTo>
                <a:lnTo>
                  <a:pt x="0" y="457200"/>
                </a:lnTo>
                <a:lnTo>
                  <a:pt x="412750" y="457200"/>
                </a:lnTo>
                <a:lnTo>
                  <a:pt x="412750" y="654050"/>
                </a:lnTo>
              </a:path>
            </a:pathLst>
          </a:cu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9" name="자유형: 도형 138">
            <a:extLst>
              <a:ext uri="{FF2B5EF4-FFF2-40B4-BE49-F238E27FC236}">
                <a16:creationId xmlns:a16="http://schemas.microsoft.com/office/drawing/2014/main" id="{699B8BA2-96B5-732C-F29B-DC1AB44AF9BF}"/>
              </a:ext>
            </a:extLst>
          </p:cNvPr>
          <p:cNvSpPr/>
          <p:nvPr/>
        </p:nvSpPr>
        <p:spPr>
          <a:xfrm>
            <a:off x="6267450" y="1158616"/>
            <a:ext cx="720586" cy="666750"/>
          </a:xfrm>
          <a:custGeom>
            <a:avLst/>
            <a:gdLst>
              <a:gd name="csX0" fmla="*/ 577850 w 577850"/>
              <a:gd name="csY0" fmla="*/ 0 h 666750"/>
              <a:gd name="csX1" fmla="*/ 577850 w 577850"/>
              <a:gd name="csY1" fmla="*/ 508000 h 666750"/>
              <a:gd name="csX2" fmla="*/ 0 w 577850"/>
              <a:gd name="csY2" fmla="*/ 508000 h 666750"/>
              <a:gd name="csX3" fmla="*/ 0 w 577850"/>
              <a:gd name="csY3" fmla="*/ 666750 h 666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77850" h="666750">
                <a:moveTo>
                  <a:pt x="577850" y="0"/>
                </a:moveTo>
                <a:lnTo>
                  <a:pt x="577850" y="508000"/>
                </a:lnTo>
                <a:lnTo>
                  <a:pt x="0" y="508000"/>
                </a:lnTo>
                <a:lnTo>
                  <a:pt x="0" y="666750"/>
                </a:lnTo>
              </a:path>
            </a:pathLst>
          </a:cu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9C3A5B36-F1C8-D224-B223-F5A9777F059C}"/>
              </a:ext>
            </a:extLst>
          </p:cNvPr>
          <p:cNvSpPr/>
          <p:nvPr/>
        </p:nvSpPr>
        <p:spPr>
          <a:xfrm>
            <a:off x="3381546" y="2409566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자유형: 도형 159">
            <a:extLst>
              <a:ext uri="{FF2B5EF4-FFF2-40B4-BE49-F238E27FC236}">
                <a16:creationId xmlns:a16="http://schemas.microsoft.com/office/drawing/2014/main" id="{8F1DA71D-569B-D4F0-4109-EFFD55F55F22}"/>
              </a:ext>
            </a:extLst>
          </p:cNvPr>
          <p:cNvSpPr/>
          <p:nvPr/>
        </p:nvSpPr>
        <p:spPr>
          <a:xfrm>
            <a:off x="6544235" y="2663566"/>
            <a:ext cx="313765" cy="170329"/>
          </a:xfrm>
          <a:custGeom>
            <a:avLst/>
            <a:gdLst>
              <a:gd name="csX0" fmla="*/ 0 w 313765"/>
              <a:gd name="csY0" fmla="*/ 143435 h 170329"/>
              <a:gd name="csX1" fmla="*/ 0 w 313765"/>
              <a:gd name="csY1" fmla="*/ 0 h 170329"/>
              <a:gd name="csX2" fmla="*/ 313765 w 313765"/>
              <a:gd name="csY2" fmla="*/ 0 h 170329"/>
              <a:gd name="csX3" fmla="*/ 313765 w 313765"/>
              <a:gd name="csY3" fmla="*/ 170329 h 170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3765" h="170329">
                <a:moveTo>
                  <a:pt x="0" y="143435"/>
                </a:moveTo>
                <a:lnTo>
                  <a:pt x="0" y="0"/>
                </a:lnTo>
                <a:lnTo>
                  <a:pt x="313765" y="0"/>
                </a:lnTo>
                <a:lnTo>
                  <a:pt x="313765" y="170329"/>
                </a:ln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자유형: 도형 160">
            <a:extLst>
              <a:ext uri="{FF2B5EF4-FFF2-40B4-BE49-F238E27FC236}">
                <a16:creationId xmlns:a16="http://schemas.microsoft.com/office/drawing/2014/main" id="{648647A5-D591-BCD2-AFB3-723ED81A63E4}"/>
              </a:ext>
            </a:extLst>
          </p:cNvPr>
          <p:cNvSpPr/>
          <p:nvPr/>
        </p:nvSpPr>
        <p:spPr>
          <a:xfrm>
            <a:off x="6795247" y="2322907"/>
            <a:ext cx="134471" cy="493059"/>
          </a:xfrm>
          <a:custGeom>
            <a:avLst/>
            <a:gdLst>
              <a:gd name="csX0" fmla="*/ 0 w 134471"/>
              <a:gd name="csY0" fmla="*/ 0 h 493059"/>
              <a:gd name="csX1" fmla="*/ 0 w 134471"/>
              <a:gd name="csY1" fmla="*/ 242047 h 493059"/>
              <a:gd name="csX2" fmla="*/ 134471 w 134471"/>
              <a:gd name="csY2" fmla="*/ 242047 h 493059"/>
              <a:gd name="csX3" fmla="*/ 134471 w 134471"/>
              <a:gd name="csY3" fmla="*/ 493059 h 4930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4471" h="493059">
                <a:moveTo>
                  <a:pt x="0" y="0"/>
                </a:moveTo>
                <a:lnTo>
                  <a:pt x="0" y="242047"/>
                </a:lnTo>
                <a:lnTo>
                  <a:pt x="134471" y="242047"/>
                </a:lnTo>
                <a:lnTo>
                  <a:pt x="134471" y="493059"/>
                </a:ln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자유형: 도형 163">
            <a:extLst>
              <a:ext uri="{FF2B5EF4-FFF2-40B4-BE49-F238E27FC236}">
                <a16:creationId xmlns:a16="http://schemas.microsoft.com/office/drawing/2014/main" id="{1952813A-387A-AF49-38FC-0A2737DB1637}"/>
              </a:ext>
            </a:extLst>
          </p:cNvPr>
          <p:cNvSpPr/>
          <p:nvPr/>
        </p:nvSpPr>
        <p:spPr>
          <a:xfrm>
            <a:off x="6953250" y="2320666"/>
            <a:ext cx="120650" cy="488950"/>
          </a:xfrm>
          <a:custGeom>
            <a:avLst/>
            <a:gdLst>
              <a:gd name="csX0" fmla="*/ 0 w 120650"/>
              <a:gd name="csY0" fmla="*/ 0 h 488950"/>
              <a:gd name="csX1" fmla="*/ 0 w 120650"/>
              <a:gd name="csY1" fmla="*/ 165100 h 488950"/>
              <a:gd name="csX2" fmla="*/ 120650 w 120650"/>
              <a:gd name="csY2" fmla="*/ 311150 h 488950"/>
              <a:gd name="csX3" fmla="*/ 120650 w 120650"/>
              <a:gd name="csY3" fmla="*/ 488950 h 488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0650" h="488950">
                <a:moveTo>
                  <a:pt x="0" y="0"/>
                </a:moveTo>
                <a:lnTo>
                  <a:pt x="0" y="165100"/>
                </a:lnTo>
                <a:lnTo>
                  <a:pt x="120650" y="311150"/>
                </a:lnTo>
                <a:lnTo>
                  <a:pt x="120650" y="488950"/>
                </a:ln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DBF18998-AA19-0139-F8FA-4C8FA9006895}"/>
              </a:ext>
            </a:extLst>
          </p:cNvPr>
          <p:cNvSpPr/>
          <p:nvPr/>
        </p:nvSpPr>
        <p:spPr>
          <a:xfrm>
            <a:off x="6210301" y="2792397"/>
            <a:ext cx="97938" cy="9793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BA4F1B2E-F106-B5FB-A96A-D03F8531D2D6}"/>
              </a:ext>
            </a:extLst>
          </p:cNvPr>
          <p:cNvSpPr/>
          <p:nvPr/>
        </p:nvSpPr>
        <p:spPr>
          <a:xfrm>
            <a:off x="6446297" y="2792397"/>
            <a:ext cx="97938" cy="9793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타원 166">
            <a:extLst>
              <a:ext uri="{FF2B5EF4-FFF2-40B4-BE49-F238E27FC236}">
                <a16:creationId xmlns:a16="http://schemas.microsoft.com/office/drawing/2014/main" id="{045D5406-C199-700C-7158-63CEAB2EC24B}"/>
              </a:ext>
            </a:extLst>
          </p:cNvPr>
          <p:cNvSpPr/>
          <p:nvPr/>
        </p:nvSpPr>
        <p:spPr>
          <a:xfrm>
            <a:off x="6841458" y="2792397"/>
            <a:ext cx="97938" cy="9793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996B365B-B690-E80B-6399-D63F32CD92BE}"/>
              </a:ext>
            </a:extLst>
          </p:cNvPr>
          <p:cNvSpPr/>
          <p:nvPr/>
        </p:nvSpPr>
        <p:spPr>
          <a:xfrm>
            <a:off x="7073900" y="2792397"/>
            <a:ext cx="97938" cy="9793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9F845FA4-E140-F370-462B-7F7CE8ABD8AC}"/>
              </a:ext>
            </a:extLst>
          </p:cNvPr>
          <p:cNvSpPr/>
          <p:nvPr/>
        </p:nvSpPr>
        <p:spPr>
          <a:xfrm>
            <a:off x="6182279" y="1803141"/>
            <a:ext cx="97938" cy="979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타원 169">
            <a:extLst>
              <a:ext uri="{FF2B5EF4-FFF2-40B4-BE49-F238E27FC236}">
                <a16:creationId xmlns:a16="http://schemas.microsoft.com/office/drawing/2014/main" id="{8AE90559-3E74-AE77-C31C-209AE5328A52}"/>
              </a:ext>
            </a:extLst>
          </p:cNvPr>
          <p:cNvSpPr/>
          <p:nvPr/>
        </p:nvSpPr>
        <p:spPr>
          <a:xfrm>
            <a:off x="6431119" y="1803141"/>
            <a:ext cx="97938" cy="979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BFEB9D7-3F65-529B-ADD1-CE59E234FB9F}"/>
              </a:ext>
            </a:extLst>
          </p:cNvPr>
          <p:cNvSpPr/>
          <p:nvPr/>
        </p:nvSpPr>
        <p:spPr>
          <a:xfrm>
            <a:off x="6695295" y="1803141"/>
            <a:ext cx="97938" cy="979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C2D76606-F266-3935-7015-5722B0108229}"/>
              </a:ext>
            </a:extLst>
          </p:cNvPr>
          <p:cNvSpPr/>
          <p:nvPr/>
        </p:nvSpPr>
        <p:spPr>
          <a:xfrm>
            <a:off x="6942001" y="1803141"/>
            <a:ext cx="97938" cy="979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14CF027B-DA3D-AFEA-328A-F527679384B6}"/>
              </a:ext>
            </a:extLst>
          </p:cNvPr>
          <p:cNvSpPr/>
          <p:nvPr/>
        </p:nvSpPr>
        <p:spPr>
          <a:xfrm>
            <a:off x="6182279" y="2248678"/>
            <a:ext cx="97938" cy="979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60822E2F-FE5A-3E2A-0FF9-54E3FBA9FC63}"/>
              </a:ext>
            </a:extLst>
          </p:cNvPr>
          <p:cNvSpPr/>
          <p:nvPr/>
        </p:nvSpPr>
        <p:spPr>
          <a:xfrm>
            <a:off x="6431119" y="2248678"/>
            <a:ext cx="97938" cy="979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타원 174">
            <a:extLst>
              <a:ext uri="{FF2B5EF4-FFF2-40B4-BE49-F238E27FC236}">
                <a16:creationId xmlns:a16="http://schemas.microsoft.com/office/drawing/2014/main" id="{D1F4D50D-4C84-D5A9-1247-270E00C13284}"/>
              </a:ext>
            </a:extLst>
          </p:cNvPr>
          <p:cNvSpPr/>
          <p:nvPr/>
        </p:nvSpPr>
        <p:spPr>
          <a:xfrm>
            <a:off x="6695295" y="2248678"/>
            <a:ext cx="97938" cy="979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2974D06-CA27-1E6A-3D8A-EE0B186C7FC6}"/>
              </a:ext>
            </a:extLst>
          </p:cNvPr>
          <p:cNvSpPr/>
          <p:nvPr/>
        </p:nvSpPr>
        <p:spPr>
          <a:xfrm>
            <a:off x="6942001" y="2248678"/>
            <a:ext cx="97938" cy="979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7" name="자유형: 도형 196">
            <a:extLst>
              <a:ext uri="{FF2B5EF4-FFF2-40B4-BE49-F238E27FC236}">
                <a16:creationId xmlns:a16="http://schemas.microsoft.com/office/drawing/2014/main" id="{D6AEDFB6-0175-0697-B6DC-3A66E1D82288}"/>
              </a:ext>
            </a:extLst>
          </p:cNvPr>
          <p:cNvSpPr/>
          <p:nvPr/>
        </p:nvSpPr>
        <p:spPr>
          <a:xfrm>
            <a:off x="6489700" y="1139566"/>
            <a:ext cx="285750" cy="361950"/>
          </a:xfrm>
          <a:custGeom>
            <a:avLst/>
            <a:gdLst>
              <a:gd name="csX0" fmla="*/ 0 w 285750"/>
              <a:gd name="csY0" fmla="*/ 0 h 361950"/>
              <a:gd name="csX1" fmla="*/ 0 w 285750"/>
              <a:gd name="csY1" fmla="*/ 361950 h 361950"/>
              <a:gd name="csX2" fmla="*/ 285750 w 285750"/>
              <a:gd name="csY2" fmla="*/ 361950 h 361950"/>
              <a:gd name="csX3" fmla="*/ 285750 w 285750"/>
              <a:gd name="csY3" fmla="*/ 6350 h 361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5750" h="361950">
                <a:moveTo>
                  <a:pt x="0" y="0"/>
                </a:moveTo>
                <a:lnTo>
                  <a:pt x="0" y="361950"/>
                </a:lnTo>
                <a:lnTo>
                  <a:pt x="285750" y="361950"/>
                </a:lnTo>
                <a:lnTo>
                  <a:pt x="285750" y="6350"/>
                </a:lnTo>
              </a:path>
            </a:pathLst>
          </a:cu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73AB7-7314-4962-7FEC-EA3CBC79854A}"/>
              </a:ext>
            </a:extLst>
          </p:cNvPr>
          <p:cNvSpPr txBox="1"/>
          <p:nvPr/>
        </p:nvSpPr>
        <p:spPr>
          <a:xfrm>
            <a:off x="4354535" y="4000046"/>
            <a:ext cx="1827744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/>
              <a:t>십자 드라이버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와이어 스트리퍼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벨 테스터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장갑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50cm </a:t>
            </a:r>
            <a:r>
              <a:rPr lang="ko-KR" altLang="en-US" sz="1400"/>
              <a:t>자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분필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전동 드라이버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스프링 벤더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엑셀 가위</a:t>
            </a:r>
            <a:br>
              <a:rPr lang="en-US" altLang="ko-KR" sz="1400"/>
            </a:b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단자 표시 자석</a:t>
            </a:r>
          </a:p>
        </p:txBody>
      </p:sp>
    </p:spTree>
    <p:extLst>
      <p:ext uri="{BB962C8B-B14F-4D97-AF65-F5344CB8AC3E}">
        <p14:creationId xmlns:p14="http://schemas.microsoft.com/office/powerpoint/2010/main" val="101910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BA10E-E0B8-488D-153C-8BBEA0AD5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FAE980-CB78-2D93-B55B-877DA1B2660D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6CABC03-999E-6432-FBB5-48EEC89333EB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6AC59665-22EB-820E-4F95-D25EFC430E13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실기 시험 관련 내용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3" name="Text 104">
            <a:extLst>
              <a:ext uri="{FF2B5EF4-FFF2-40B4-BE49-F238E27FC236}">
                <a16:creationId xmlns:a16="http://schemas.microsoft.com/office/drawing/2014/main" id="{1D64005B-6183-1A2D-3E4B-F662E7856537}"/>
              </a:ext>
            </a:extLst>
          </p:cNvPr>
          <p:cNvSpPr/>
          <p:nvPr/>
        </p:nvSpPr>
        <p:spPr>
          <a:xfrm>
            <a:off x="9845675" y="660196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EE380-787B-AEE1-69D8-DA119981F318}"/>
              </a:ext>
            </a:extLst>
          </p:cNvPr>
          <p:cNvSpPr txBox="1"/>
          <p:nvPr/>
        </p:nvSpPr>
        <p:spPr>
          <a:xfrm>
            <a:off x="289111" y="872607"/>
            <a:ext cx="7572935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공개 문제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18 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문제중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 ~ 9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번 문제는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FLS 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관련 문제이고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10 ~ 18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번 문제는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LS 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관련 문제 임</a:t>
            </a:r>
            <a:endParaRPr lang="en-US" altLang="ko-KR" sz="12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회로도는 공개 문제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18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문제 중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개 그대로 나오지만 제어판 배치 및 배관 및 기구 배치는 일부 변경되서 출제 됨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(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위치 변동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실기 시험에는 최대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7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개 기기를 이용함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(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릴레이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, 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타이머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, FR, FLS, EOCR, MC, </a:t>
            </a:r>
            <a:r>
              <a:rPr lang="en-US" altLang="ko-KR" sz="1200">
                <a:solidFill>
                  <a:srgbClr val="FF00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THR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)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임</a:t>
            </a:r>
            <a:endParaRPr lang="en-US" altLang="ko-KR" sz="12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RED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는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정지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, GREEN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은 기동을 의미함</a:t>
            </a:r>
            <a:endParaRPr lang="en-US" altLang="ko-KR" sz="12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PB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는 뒤면을 봤을때 높은 곳에 있는 것이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NO, 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낮은 지역에 있는 단자가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NC 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임</a:t>
            </a:r>
            <a:endParaRPr lang="en-US" altLang="ko-KR" sz="12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타이머는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on-timer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만 나옴</a:t>
            </a:r>
            <a:endParaRPr lang="en-US" altLang="ko-KR" sz="12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릴레이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8 pin : 2a 2b, 11 pin: 3a 3b  14 pin : 4a 4b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스위치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개에 등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6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개 동시에 달 수 있음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18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개  문제 모두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FUSE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는 갈색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, 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회색을 사용 함</a:t>
            </a:r>
            <a:endParaRPr lang="en-US" altLang="ko-KR" sz="12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ko-KR" altLang="en-US" sz="120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358B2E5-4E25-A0D9-C778-3A0F9F4C9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324" y="2548142"/>
            <a:ext cx="7684083" cy="39033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A35B83E-91F5-96D0-486B-B5661C577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767" y="4349750"/>
            <a:ext cx="3514987" cy="20036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F580AF-F3B2-7BEA-0593-D33315F54D15}"/>
              </a:ext>
            </a:extLst>
          </p:cNvPr>
          <p:cNvSpPr txBox="1"/>
          <p:nvPr/>
        </p:nvSpPr>
        <p:spPr>
          <a:xfrm>
            <a:off x="1000311" y="3734720"/>
            <a:ext cx="822139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FLS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TIMER</a:t>
            </a:r>
            <a:endParaRPr lang="ko-KR" altLang="en-US" sz="120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C27E24-D7F9-FABA-81EE-159E9FDD100A}"/>
              </a:ext>
            </a:extLst>
          </p:cNvPr>
          <p:cNvSpPr txBox="1"/>
          <p:nvPr/>
        </p:nvSpPr>
        <p:spPr>
          <a:xfrm>
            <a:off x="2727511" y="4003501"/>
            <a:ext cx="82213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릴레이</a:t>
            </a:r>
            <a:endParaRPr lang="ko-KR" altLang="en-US" sz="120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EFCBF75-A4DC-1F68-BF95-AAF1013B53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8743" y="654700"/>
            <a:ext cx="3390664" cy="179067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72B85F5-E2A4-C1C4-F1F0-F4DC551B21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2971" y="1701933"/>
            <a:ext cx="4126484" cy="181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553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8D903-484D-4B95-0A80-04C0FF582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4087FE-BAAB-7CF9-8B45-58B48583B5D4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5E82E06-9983-82D8-FB05-0BD36B7B67ED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2BF1C5C6-0E3E-18B9-624B-9D58A580F61F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실기 시험 관련 내용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3DFF670-A0F6-B80E-5A0F-F1DE30DA8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18" y="1058706"/>
            <a:ext cx="6215605" cy="3980019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3B4723-99FF-EE64-2E58-7D739D22C853}"/>
              </a:ext>
            </a:extLst>
          </p:cNvPr>
          <p:cNvSpPr/>
          <p:nvPr/>
        </p:nvSpPr>
        <p:spPr>
          <a:xfrm>
            <a:off x="6167438" y="3719513"/>
            <a:ext cx="381000" cy="652462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5D272AF-8BBA-04E9-F801-255FFDFDF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616" y="1150231"/>
            <a:ext cx="2095792" cy="146705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3DA8E7E9-8BC3-DEFE-EF41-C551E93D91E2}"/>
              </a:ext>
            </a:extLst>
          </p:cNvPr>
          <p:cNvSpPr/>
          <p:nvPr/>
        </p:nvSpPr>
        <p:spPr>
          <a:xfrm>
            <a:off x="9420225" y="2190750"/>
            <a:ext cx="381000" cy="523875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17E4481-26EC-4A0E-2747-2386296F04E7}"/>
              </a:ext>
            </a:extLst>
          </p:cNvPr>
          <p:cNvSpPr/>
          <p:nvPr/>
        </p:nvSpPr>
        <p:spPr>
          <a:xfrm>
            <a:off x="8339137" y="1285876"/>
            <a:ext cx="1373645" cy="523875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FCA08B3-12F6-4BD8-708D-783BC29520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8437" y="3197262"/>
            <a:ext cx="4048690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305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F2CB0-8791-8C48-9EAF-B15B11D69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17E0D9-FC71-41BF-AA22-12C226797ED7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7BCB1F-733D-29AC-78A7-05307988080B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FDD3968A-D4C2-0EC1-B7C4-900AEFD52BFC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실기 시험 관련 내용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DE6B01-BB5D-A710-8C8C-DCA42D63D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19" y="718899"/>
            <a:ext cx="5262352" cy="565844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0B99D48-AFB9-B674-FE2E-47AB714BE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945" y="718899"/>
            <a:ext cx="2934109" cy="44678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156FD9F-5254-9BF5-5E86-39A1ADEA96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7745" y="718899"/>
            <a:ext cx="2753109" cy="341042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361CB6A-2293-BA29-E215-56178CD88D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602" y="5312228"/>
            <a:ext cx="2451596" cy="123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36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4F992-EA7B-27A4-5F6F-13A62A2EA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CA4FD6-5C03-8A90-D197-9CDBB23DE6D5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12FCD84-B653-C2D8-6F92-443E92669027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07CB7000-A40B-DDDC-1100-329A67D64740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실기 시험 필수 공구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B09F2B3-7A00-A719-ACD4-F88106459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51" y="934880"/>
            <a:ext cx="3073367" cy="310009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2DC768E-9D2C-FC8E-1DD5-01E32A0A9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44" y="4251393"/>
            <a:ext cx="1534011" cy="20364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9954110-4DF1-D89E-20E2-21F6187804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1626" y="723115"/>
            <a:ext cx="5991503" cy="331185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D32EDE3-8C00-9A7D-C74E-F93BFB2FC1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6284" y="4554071"/>
            <a:ext cx="4132618" cy="213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89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2993</TotalTime>
  <Words>3960</Words>
  <Application>Microsoft Office PowerPoint</Application>
  <PresentationFormat>와이드스크린</PresentationFormat>
  <Paragraphs>1095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맑은 고딕</vt:lpstr>
      <vt:lpstr>현대산스 Text</vt:lpstr>
      <vt:lpstr>현대산스 Text Bold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전기기능사 실기 치트키</dc:title>
  <dc:subject>PptxGenJS Presentation</dc:subject>
  <dc:creator>Kong</dc:creator>
  <cp:lastModifiedBy>예림 공</cp:lastModifiedBy>
  <cp:revision>148</cp:revision>
  <cp:lastPrinted>2026-07-07T07:11:28Z</cp:lastPrinted>
  <dcterms:created xsi:type="dcterms:W3CDTF">2026-07-03T11:57:23Z</dcterms:created>
  <dcterms:modified xsi:type="dcterms:W3CDTF">2026-10-18T19:32:58Z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883e49-c40c-4c70-af6e-4047d87bba49_Enabled">
    <vt:lpwstr>true</vt:lpwstr>
  </property>
  <property fmtid="{D5CDD505-2E9C-101B-9397-08002B2CF9AE}" pid="3" name="MSIP_Label_84883e49-c40c-4c70-af6e-4047d87bba49_SetDate">
    <vt:lpwstr>2026-07-06T00:02:06Z</vt:lpwstr>
  </property>
  <property fmtid="{D5CDD505-2E9C-101B-9397-08002B2CF9AE}" pid="4" name="MSIP_Label_84883e49-c40c-4c70-af6e-4047d87bba49_Method">
    <vt:lpwstr>Privileged</vt:lpwstr>
  </property>
  <property fmtid="{D5CDD505-2E9C-101B-9397-08002B2CF9AE}" pid="5" name="MSIP_Label_84883e49-c40c-4c70-af6e-4047d87bba49_Name">
    <vt:lpwstr>평문 (AnyUser)</vt:lpwstr>
  </property>
  <property fmtid="{D5CDD505-2E9C-101B-9397-08002B2CF9AE}" pid="6" name="MSIP_Label_84883e49-c40c-4c70-af6e-4047d87bba49_SiteId">
    <vt:lpwstr>f85ca5f1-aa23-4252-a83a-443d333b1fe7</vt:lpwstr>
  </property>
  <property fmtid="{D5CDD505-2E9C-101B-9397-08002B2CF9AE}" pid="7" name="MSIP_Label_84883e49-c40c-4c70-af6e-4047d87bba49_ActionId">
    <vt:lpwstr>a7ffc685-b354-4c86-a8d1-58da00433aae</vt:lpwstr>
  </property>
  <property fmtid="{D5CDD505-2E9C-101B-9397-08002B2CF9AE}" pid="8" name="MSIP_Label_84883e49-c40c-4c70-af6e-4047d87bba49_ContentBits">
    <vt:lpwstr>2</vt:lpwstr>
  </property>
  <property fmtid="{D5CDD505-2E9C-101B-9397-08002B2CF9AE}" pid="9" name="MSIP_Label_84883e49-c40c-4c70-af6e-4047d87bba49_Tag">
    <vt:lpwstr>10, 0, 1, 1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본 문서는 현대자동차·기아의 정보자산으로 귀사와의 비밀유지계약 및 제반법률에 따라 법적 보호를 받습니다.</vt:lpwstr>
  </property>
</Properties>
</file>